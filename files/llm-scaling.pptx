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7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74" r:id="rId3"/>
    <p:sldId id="258" r:id="rId4"/>
    <p:sldId id="261" r:id="rId5"/>
    <p:sldId id="259" r:id="rId6"/>
    <p:sldId id="262" r:id="rId7"/>
    <p:sldId id="263" r:id="rId8"/>
    <p:sldId id="264" r:id="rId9"/>
    <p:sldId id="269" r:id="rId10"/>
    <p:sldId id="267" r:id="rId11"/>
    <p:sldId id="275" r:id="rId12"/>
    <p:sldId id="278" r:id="rId13"/>
    <p:sldId id="281" r:id="rId14"/>
    <p:sldId id="282" r:id="rId15"/>
    <p:sldId id="271" r:id="rId16"/>
    <p:sldId id="279" r:id="rId17"/>
    <p:sldId id="272" r:id="rId18"/>
    <p:sldId id="280" r:id="rId19"/>
    <p:sldId id="28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86C6"/>
    <a:srgbClr val="86A9C4"/>
    <a:srgbClr val="7695AC"/>
    <a:srgbClr val="AFDCFF"/>
    <a:srgbClr val="8FFFD9"/>
    <a:srgbClr val="FF5480"/>
    <a:srgbClr val="AA354F"/>
    <a:srgbClr val="192025"/>
    <a:srgbClr val="AB008B"/>
    <a:srgbClr val="141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67"/>
    <p:restoredTop sz="92290"/>
  </p:normalViewPr>
  <p:slideViewPr>
    <p:cSldViewPr snapToGrid="0">
      <p:cViewPr>
        <p:scale>
          <a:sx n="156" d="100"/>
          <a:sy n="156" d="100"/>
        </p:scale>
        <p:origin x="144" y="-3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45:01.922"/>
    </inkml:context>
    <inkml:brush xml:id="br0">
      <inkml:brushProperty name="width" value="0.1" units="cm"/>
      <inkml:brushProperty name="height" value="0.6" units="cm"/>
      <inkml:brushProperty name="color" value="#6F86C6"/>
      <inkml:brushProperty name="inkEffects" value="pencil"/>
    </inkml:brush>
  </inkml:definitions>
  <inkml:trace contextRef="#ctx0" brushRef="#br0">140 313 16383,'0'29'0,"0"33"0,0-6 0,0 7 0,0 29 0,0 9 0,0-18 0,0 5 0,0 1 0,0 5 0,0 2 0,0 0 0,0 4 0,0 1 0,0-2 0,0-7 0,0-1 0,0-3 0,0-6 0,0-2 0,0-2 0,0-4 0,0 0 0,0-2 0,0-4 0,0-1 0,0 1 0,0 0 0,0 0 0,0 0 0,0-1 0,0 1 0,0-1 0,0 28 0,0-3 0,0-16 0,0-4 0,0-17 0,0-4 0,0 22 0,0-12 0,0 6 0,0 10 0,0-2 0,0-14 0,0-18 0,0-23 0,0-17 0,0-20 0,0-17 0,0-30 0,0-11 0,0-21 0,0 40 0,0-4 0,0-16 0,0-7 0,2 12 0,-1-4 0,2-4 0,2-14 0,1-3 0,1-2 0,0 24 0,0-1 0,1 0 0,0 1 0,2-1 0,1 0 0,0 1 0,1 0 0,2-17 0,1 1 0,0 2 0,-2 8 0,0 2 0,-1 0 0,-1 0 0,-1 1 0,-1 2 0,1-25 0,-2 3 0,-1 8 0,-1 3 0,-2 6 0,-1 3 0,-1 8 0,0 3 0,-1 2 0,0 3 0,-1 6 0,0 3 0,0-33 0,0 24 0,0 28 0,0 30 0,0 30 0,0 35 0,0-10 0,0 7 0,0 31 0,0 14 0,0-25 0,0 8 0,1 4 0,-2 2 0,1-6 0,0 2 0,-1 3 0,1 0 0,-1 1 0,1 5 0,-1 2 0,0 0 0,0-1 0,0 0 0,0-5 0,0 1 0,0-2 0,0-1 0,0-5 0,0 4 0,0-4 0,0-3 0,0-2 0,0 14 0,-1-3 0,1-3 0,0-11 0,0-2 0,-1-3 0,1 23 0,-1-4 0,0-7 0,1-4 0,0-11 0,1-5 0,0 32 0,0-28 0,0-23 0,0-8 0,0 0 0,0-4 0,0-9 0,-1-10 0,-3-9 0,-4-18 0,-8-32 0,-8-34 0,9 10 0,0-9 0,3 14 0,0-4 0,1-4 0,-3-17 0,0-5 0,1-5 0,2 11 0,0-3 0,1-3 0,0 0 0,-1-6 0,1-1 0,1-1 0,0 1 0,1 0 0,0-1 0,1 2 0,1 2 0,1 8 0,0 3 0,2 1 0,0 2 0,0-15 0,0 3 0,2 3 0,-1 11 0,1 3 0,0 0 0,1 3 0,0 2 0,0 0 0,0 4 0,0 0 0,0 2 0,0-25 0,0 2 0,0 8 0,0 3 0,0 12 0,0 5 0,0-32 0,0 31 0,0 22 0,1 21 0,1 14 0,2 20 0,3 19 0,0 28 0,0-13 0,-1 4 0,2 19 0,-1 5 0,0-13 0,-1 3 0,1 2 0,1 12 0,0 2 0,0 2 0,0 9 0,0 3 0,0 1 0,-2-20 0,1 1 0,0 0 0,0 0 0,-1-1 0,0-1 0,0 1 0,0-1 0,-1 0 0,0-1 0,0 0 0,0-1 0,0 20 0,0-2 0,0-1 0,-2-5 0,-1-1 0,0 0 0,-1-5 0,0 0 0,-1-3 0,0-7 0,0-2 0,0-3 0,0 21 0,0-6 0,0-19 0,0-7 0,0 18 0,0-41 0,0-27 0,0-24 0,0-23 0,0-32 0,0 14 0,0-10 0,1-12 0,0-11 0,1-8 0,0 14 0,1-7 0,0-4 0,1-4 0,-1-1 0,0 17 0,-1-3 0,1-1 0,-1-2 0,1-1 0,0 1 0,-1 0 0,1-3 0,0-1 0,0 0 0,0-1 0,0 1 0,0 2 0,0 1 0,1-6 0,-1-1 0,0 2 0,0 2 0,0 3 0,0 4 0,0 3 0,-1 2 0,1 4 0,-1 3 0,1 4 0,0-18 0,1 6 0,0 7 0,0-3 0,1 13 0,-1 10 0,-1 47 0,-2 32 0,-1 27 0,0 37 0,0-9 0,0 17 0,0 5 0,0-24 0,0 4 0,0 3 0,0 2 0,0 2 0,0-1 0,0 2 0,0 2 0,0 2 0,0 0 0,0 1 0,0 5 0,0 1 0,0 2 0,0-1 0,0-2 0,0-3 0,0 4 0,0-2 0,0-2 0,0-1 0,0-3 0,0 12 0,0-2 0,0-3 0,0-3 0,0 7 0,0-4 0,0-5 0,0-16 0,0-4 0,0-2 0,0 17 0,0-3 0,0-10 0,0-4 0,0-13 0,0-5 0,0 23 0,0-27 0,0-11 0,0 5 0,0 13 0,0 2 0,0-7 0,0-20 0,0-21 0,0-58 0,0-18 0,0 5 0,0-7 0,0-3 0,0-3 0,0-13 0,0-4 0,0 24 0,0-1 0,0-2 0,0-6 0,0-1 0,0-2 0,0-7 0,0-1 0,0-2 0,0-7 0,0-1 0,0 0 0,1 1 0,0 0 0,1 1 0,0 6 0,2 0 0,-1 4 0,1 8 0,1 3 0,0 2 0,2-18 0,1 4 0,-2 11 0,-1 3 0,-1 13 0,-2 3 0,1-40 0,-3 18 0,0 14 0,0 15 0,0 15 0,-2 14 0,-1 13 0,-1 10 0,0 12 0,3 11 0,1 14 0,-1 13 0,1 42 0,0-13 0,0 11 0,2-11 0,1 6 0,0 5 0,0-9 0,0 5 0,0 1 0,1 1 0,0 6 0,1 0 0,-1 2 0,1-2 0,0-3 0,0 0 0,0-1 0,0-3 0,-1-8 0,-1-2 0,1-1 0,-1-2 0,1 11 0,-1-2 0,0-4 0,0 21 0,0-6 0,-2-17 0,0-6 0,-1-11 0,0-6 0,0 12 0,0-31 0,0-30 0,-1-35 0,-5-33 0,-1 11 0,-2-6 0,-3-20 0,-1-10 0,-1 0 0,-1-7 0,0-5 0,2 9 0,0-2 0,1-4 0,-1-1 0,3 12 0,0-2 0,0-2 0,0 1 0,0 0 0,1 2 0,-1-2 0,1 1 0,-1 2 0,2 2 0,-1-6 0,1 1 0,1 3 0,0 3 0,-1-11 0,0 3 0,1 7 0,-1-8 0,1 10 0,4 23 0,-1 8 0,0-11 0,1 17 0,1-5 0,-2-9 0,2-3 0,-2 5 0,0 12 0,1 14 0,-1 12 0,3 7 0,2 5 0,1 3 0,5-1 0,-2-3 0,0-4 0,-2 0 0,-3 1 0,0-6 0,0-15 0,1-8 0,1-1 0,2 11 0,-1 24 0,0 22 0,-2 23 0,-1 41 0,0-25 0,0 5 0,0 16 0,0 4 0,0 14 0,0 3 0,0-2 0,0 2 0,0-28 0,0 1 0,0 0 0,1-1 0,-1 1 0,-1-1 0,0-2 0,-1 1 0,0-2 0,-2 31 0,-2-2 0,-1-11 0,-2-2 0,-1 1 0,-2-2 0,1-4 0,0-1 0,-1-1 0,-1-1 0,3-8 0,-1-4 0,-5 32 0,7-18 0,5-14 0,2 4 0,2 13 0,0 0 0,0-12 0,0-21 0,0-19 0,-1-13 0,-1-6 0,0-3 0,1 1 0,0 9 0,1 8 0,0 6 0,0 0 0,-2 2 0,-1 9 0,-1 13 0,-3 7 0,-1-8 0,1-12 0,2-17 0,0-11 0,-2-7 0,-2-13 0,4 5 0,0-7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51:09.630"/>
    </inkml:context>
    <inkml:brush xml:id="br0">
      <inkml:brushProperty name="width" value="0.1" units="cm"/>
      <inkml:brushProperty name="height" value="0.6" units="cm"/>
      <inkml:brushProperty name="color" value="#6F86C6"/>
      <inkml:brushProperty name="inkEffects" value="pencil"/>
    </inkml:brush>
  </inkml:definitions>
  <inkml:trace contextRef="#ctx0" brushRef="#br0">0 220 16383,'27'0'0,"15"0"0,18 0 0,11 0 0,2 0 0,-5 0 0,-3 0 0,-5 0 0,0 0 0,9 0 0,12 0 0,14 0 0,3 0 0,-2 0 0,-2 0 0,-10 0 0,-4 0 0,-7 3 0,-11 2 0,-6 2 0,-8 0 0,-3-2 0,3-1 0,9 1 0,7-1 0,5 3 0,-8-2 0,-13-2 0,-16-1 0,-14-2 0,-9 1 0,-6 0 0,-11-9 0,-2 1 0,-8-8 0,3 2 0,-2 2 0,-3-3 0,-5 0 0,-4 0 0,-7-2 0,-6-2 0,-1 1 0,4 3 0,10 2 0,10 5 0,6 2 0,1-1 0,-3-1 0,-3-2 0,1 2 0,7 1 0,7 5 0,34 12 0,14 5 0,40 13 0,-36-13 0,3 1 0,6 1 0,-1 0 0,-2-1 0,-3-2 0,31 11 0,-32-8 0,-27-9 0,-13-3 0,-7-3 0,-4-3 0,-8 0 0,-1 0 0,-4 0 0,-1 3 0,-1 1 0,-6 3 0,-9 3 0,-13 5 0,-16 5 0,-12 3 0,-6 1 0,4-3 0,15-3 0,17-4 0,17-5 0,12-3 0,4-2 0,3-1 0,-3 2 0,-2 1 0,-4 3 0,-1 0 0,0-1 0,1 0 0,1 1 0,1-1 0,1-2 0,5-2 0,2-4 0,15-7 0,-3 0 0,9-5 0,-3 1 0,4-1 0,1 0 0,4 0 0,4-1 0,9-4 0,11-3 0,3-1 0,-2 2 0,-6 5 0,-7 1 0,-4 1 0,-3 2 0,-4 1 0,-4 2 0,-6 3 0,-4 1 0,-3 2 0,-1 1 0,1 0 0,3-2 0,4 0 0,0-1 0,0 1 0,-3 0 0,-3 0 0,-3-2 0,-3 0 0,-3 1 0,-2 0 0,-3 1 0,-6-2 0,-5-4 0,-14-9 0,-18-14 0,-14-7 0,-9-4 0,2 5 0,15 10 0,12 8 0,13 8 0,7 6 0,3 2 0,0 1 0,2 1 0,3-2 0,2 2 0,2-2 0,2 1 0,1 1 0,0 0 0,2-1 0,0 1 0,1-1 0,3 0 0,7 0 0,9 2 0,9 5 0,3 2 0,0 3 0,8 4 0,13 3 0,15 4 0,12 4 0,-1-1 0,-11-2 0,-15-5 0,-18-4 0,-12-4 0,-8-3 0,0-1 0,0 0 0,4 0 0,1 1 0,2-1 0,-1-1 0,-2-1 0,-5-1 0,-5 0 0,-13 3 0,-1 2 0,-9 5 0,1 6 0,-2 2 0,0 0 0,-3 2 0,-2 0 0,-9 4 0,-10 3 0,-6 1 0,1-3 0,4-5 0,7-4 0,5-1 0,2 0 0,1-1 0,3-2 0,6-2 0,7-3 0,5-3 0,5-2 0,3-4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51:16.047"/>
    </inkml:context>
    <inkml:brush xml:id="br0">
      <inkml:brushProperty name="width" value="0.1" units="cm"/>
      <inkml:brushProperty name="height" value="0.6" units="cm"/>
      <inkml:brushProperty name="color" value="#6F86C6"/>
      <inkml:brushProperty name="inkEffects" value="pencil"/>
    </inkml:brush>
  </inkml:definitions>
  <inkml:trace contextRef="#ctx0" brushRef="#br0">0 69 16383,'32'0'0,"2"0"0,7 0 0,-1 0 0,1 0 0,-4 0 0,-2-2 0,-4-1 0,-3-1 0,-4 2 0,-3 0 0,-4 1 0,-2-1 0,0 0 0,-1 0 0,0 0 0,-1 1 0,-1-2 0,0 0 0,-2 0 0,-1-1 0,3 2 0,1-1 0,4 0 0,4 0 0,3-1 0,3 1 0,0 1 0,2 0 0,1 2 0,0 0 0,-1 0 0,-2 0 0,-4 0 0,-3 0 0,-3 0 0,-1 0 0,1 0 0,2 0 0,2 0 0,1 0 0,0 0 0,0-1 0,0 0 0,1-1 0,1 1 0,0 1 0,-1-1 0,-1-1 0,2 1 0,0 0 0,-1 1 0,1 0 0,-4 0 0,0 0 0,-1 0 0,-1 0 0,1 0 0,0 0 0,-2 0 0,-1 0 0,-1 0 0,-2 0 0,-2 0 0,1 0 0,-1 0 0,3 0 0,3 0 0,4 0 0,1 0 0,3 2 0,1-1 0,1 0 0,2 0 0,-2 0 0,-1 0 0,-4 2 0,-1-1 0,-1 1 0,1-1 0,1 0 0,0 1 0,1-1 0,0 1 0,1-1 0,-1 0 0,-4 0 0,-3 0 0,-2-1 0,-3-1 0,-3 0 0,-1 0 0,-2 1 0,-2 0 0,-1 1 0,-1 1 0,0 0 0,-6 1 0,-4 0 0,-5-1 0,-3 3 0,0 1 0,-1 1 0,-1 1 0,3-1 0,0 0 0,3-1 0,3-2 0,2-1 0,2-2 0,0 0 0,2-1 0,-1-1 0,0 0 0,-1 0 0,-1 0 0,-1 0 0,0 0 0,-3 0 0,0 0 0,-1 0 0,2-1 0,2-1 0,2-2 0,2-1 0,1 1 0,0-1 0,0-1 0,-2 1 0,0-1 0,-1 2 0,-1 2 0,-4-1 0,-6 1 0,-3 0 0,-4 1 0,-1 1 0,3 0 0,2 0 0,2 0 0,1 0 0,0 0 0,1 0 0,-2 0 0,1-2 0,-1 1 0,0 0 0,2 0 0,0 1 0,-2 0 0,-1-2 0,-2 0 0,-2-2 0,-3-2 0,-2 2 0,-2 0 0,2 2 0,1 0 0,2 1 0,1 1 0,0 0 0,0 0 0,2 0 0,3 0 0,0 0 0,1 0 0,-3 0 0,-2 0 0,-1 0 0,-1 0 0,1 0 0,1 0 0,0 0 0,-1 0 0,-3 0 0,-2 0 0,-2 0 0,-3 0 0,0 0 0,-1 0 0,3 0 0,0 0 0,0 0 0,0 0 0,0 0 0,3 0 0,3 0 0,3 0 0,3 0 0,0 0 0,0 0 0,1 0 0,2 0 0,3 0 0,0 0 0,-1 0 0,-2 0 0,-2 0 0,-2 0 0,0 0 0,1 0 0,2 0 0,2 0 0,0 0 0,2 0 0,2 0 0,4 0 0,6 0 0,11 0 0,4 0 0,13 0 0,1-1 0,3-1 0,2 1 0,-1-2 0,3 2 0,2-1 0,3-1 0,1 2 0,2-2 0,-2 0 0,0 1 0,-6 1 0,-7 1 0,-3 0 0,-5 0 0,0 0 0,2 0 0,3 0 0,3 0 0,1 0 0,0 0 0,-1 1 0,-2 0 0,-1 2 0,-2 1 0,-3-1 0,-1 1 0,0-1 0,0-2 0,1 1 0,0-1 0,0 1 0,2 0 0,3-1 0,3 2 0,2 1 0,1-1 0,-1 1 0,0 0 0,2-1 0,-1 1 0,0 0 0,0 0 0,-2 1 0,0 2 0,1 0 0,1 0 0,1-1 0,-1-1 0,-4-2 0,-6-2 0,-3-1 0,-1 0 0,-1 0 0,0 0 0,1 0 0,3 0 0,0 0 0,-1 0 0,0 0 0,-2 0 0,0 0 0,-2-1 0,-1-1 0,0 1 0,2-2 0,1 1 0,3-1 0,2-1 0,-1 1 0,-1 0 0,-1 1 0,-2-1 0,-1 2 0,-3-1 0,0 1 0,-1 0 0,0-1 0,0 0 0,-2 0 0,-1 0 0,-1 1 0,0 1 0,-1-1 0,-3 1 0,-1-1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5:03.08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1 16383,'0'0'0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5:03.51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1 16383,'0'0'0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5:04.335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 0 16383,'0'0'0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39:51.716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0 16383,'0'0'0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4:04.06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6 16383,'85'-3'0,"-34"2"0,3 0 0,13 1 0,4 0 0,4 0 0,1 0 0,-1 0 0,-1 0 0,-8 0 0,-4 0 0,-6 0 0,-3 0 0,35 0 0,-15 0 0,-10 0 0,-14 0 0,-9 0 0,-6 0 0,-4 0 0,-2 0 0,-6 0 0,-8 0 0,-11 1 0,-23 3 0,-33 5 0,-41 7 0,30-6 0,-4 1 0,-4-1 0,0 1 0,0-1 0,1 0 0,7-2 0,3 0 0,8-2 0,3-1 0,-44 1 0,11-5 0,7-1 0,6 0 0,12 0 0,13 0 0,15 0 0,12 0 0,8 0 0,4-1 0,5 0 0,16 0 0,25 0 0,16-1 0,12-2 0,19-1 0,5-2 0,-21 2 0,2 0 0,0 0 0,1-1 0,0 1 0,-3 1 0,19-1 0,-5 1 0,-9 2 0,-4 1 0,-10 1 0,-4 0 0,35 0 0,-29 0 0,-21 0 0,-21 0 0,-11 0 0,-10 0 0,-21 0 0,-27 0 0,-9 0 0,-10 0 0,-8 0 0,-4 0 0,-6 0 0,-1 0 0,6 0 0,4 0 0,18 0 0,4 0 0,-43 2 0,15 1 0,8 4 0,9 5 0,3 10 0,28-11 0,9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4:06.91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 93 16383,'31'0'0,"19"0"0,31 0 0,-28 0 0,3 0 0,7 0 0,1 0 0,1 0 0,0 0 0,0 0 0,-1 0 0,-3 0 0,-3 0 0,34 0 0,-26 0 0,-33 0 0,-20 0 0,-7 0 0,-5 0 0,-15 0 0,-29 0 0,-36 0 0,-19 0 0,43 0 0,1 0 0,-37 2 0,16 2 0,16-1 0,13 1 0,8-3 0,5-1 0,5 0 0,5 0 0,10 0 0,12 0 0,19 0 0,23 0 0,8-4 0,8-1 0,18-3 0,5-1 0,7-2 0,2 0 0,0-1 0,-5 1 0,-19 3 0,-5 2 0,32-1 0,-23 3 0,-18 3 0,-5 1 0,2 0 0,7 0 0,2 0 0,-7 0 0,-11-1 0,-18-1 0,-11 0 0,-8-1 0,-24 2 0,-14 0 0,-35 1 0,-17 4 0,38 0 0,-1 1 0,-1 1 0,0 1 0,-45 9 0,13-5 0,14-3 0,10-3 0,4-3 0,-5-1 0,-4 0 0,1 1 0,7-1 0,12 1 0,12 0 0,12-2 0,10 1 0,6 0 0,6 0 0,9 0 0,13-1 0,28 0 0,44-1 0,-26 0 0,4 0 0,5-1 0,-1 1 0,-7 0 0,-4 0 0,25 0 0,-45 1 0,-22 0 0,-11 0 0,-8 0 0,-3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4:12.16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69 5 16383,'44'-4'0,"5"4"0,9 11 0,-3 8 0,-6 11 0,-6 6 0,3 11 0,15 19 0,7 5 0,5-4 0,0-9 0,-1-10 0,2 4 0,1 3 0,-8-2 0,-15-9 0,-14-11 0,-16-13 0,-8-7 0,-3-4 0,1-1 0,1-2 0,-1-2 0,-4-1 0,-4 1 0,-13 3 0,-17 9 0,-23 16 0,-20 14 0,-12 13 0,31-23 0,-1 1 0,1 0 0,0 0 0,0 0 0,1-1 0,4-2 0,2-1 0,-27 21 0,0-1 0,3-5 0,6-4 0,10-10 0,14-8 0,12-8 0,7-6 0,4-1 0,1-2 0,2-3 0,3-3 0,10-14 0,22-21 0,36-29 0,-12 15 0,6-4 0,16-11 0,4 0 0,1 0 0,-1 2 0,-7 7 0,-2 4 0,-13 11 0,-5 3 0,17-11 0,-16 9 0,-10 6 0,-10 7 0,-6 4 0,-1 5 0,-1 1 0,1 2 0,-1 3 0,-2 1 0,0 3 0,-1 1 0,-2 2 0,-2 0 0,-4 0 0,-5-1 0,-2-1 0,-6-3 0,-7-1 0,-19-5 0,-22-7 0,-29-9 0,-9-3 0,4-3 0,8-1 0,14-2 0,-2-5 0,6-1 0,6 0 0,11 5 0,6-2 0,3 1 0,4 2 0,0 1 0,2 5 0,0 1 0,1 3 0,4 5 0,5 4 0,7 9 0,6 4 0,6 5 0,14 7 0,22 9 0,28 18 0,-7-3 0,4 5 0,8 5 0,1 2 0,3 2 0,-1 0 0,-7-4 0,-3-2 0,21 14 0,-19-12 0,-19-11 0,-12-3 0,-5 1 0,-2 0 0,-3-2 0,-2-2 0,-1-2 0,5 2 0,3 2 0,-2-1 0,-4-5 0,-7-6 0,-6-5 0,-5-2 0,-2-2 0,-4 2 0,-6 1 0,-8 2 0,-9 2 0,-7 2 0,-10 6 0,-10 4 0,-15 8 0,-10 0 0,-4 1 0,0 0 0,5-3 0,2 3 0,1-2 0,-2 0 0,-1 0 0,1-1 0,8 0 0,10-2 0,9-1 0,5 1 0,1 0 0,-1 2 0,3-2 0,7-5 0,10-5 0,8-6 0,4-3 0,1-2 0,4-4 0,21-15 0,11-6 0,35-25 0,13-9 0,-29 21 0,3-2 0,12-6 0,3 0 0,-1 3 0,1 1 0,-4 2 0,-2 1 0,-5 5 0,-3 2 0,24-12 0,-1 0 0,-5 4 0,-6 5 0,-12 4 0,-11 6 0,-9 1 0,-5 1 0,-3 1 0,-2 1 0,2 1 0,-1 0 0,-1 0 0,-1 0 0,-2 1 0,-1 2 0,-3 0 0,-4 1 0,-11-2 0,-12-7 0,-10-5 0,-10-4 0,-19-12 0,-14-4 0,-10-5 0,-4-2 0,14 12 0,10 5 0,9 5 0,5 2 0,1-1 0,-3-4 0,1 2 0,4 3 0,4 5 0,2 4 0,-1-1 0,-5-1 0,-3-3 0,4 2 0,7 5 0,10 4 0,8 4 0,3 1 0,3 1 0,1 1 0,2 1 0,2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4:04.06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6 16383,'85'-3'0,"-34"2"0,3 0 0,13 1 0,4 0 0,4 0 0,1 0 0,-1 0 0,-1 0 0,-8 0 0,-4 0 0,-6 0 0,-3 0 0,35 0 0,-15 0 0,-10 0 0,-14 0 0,-9 0 0,-6 0 0,-4 0 0,-2 0 0,-6 0 0,-8 0 0,-11 1 0,-23 3 0,-33 5 0,-41 7 0,30-6 0,-4 1 0,-4-1 0,0 1 0,0-1 0,1 0 0,7-2 0,3 0 0,8-2 0,3-1 0,-44 1 0,11-5 0,7-1 0,6 0 0,12 0 0,13 0 0,15 0 0,12 0 0,8 0 0,4-1 0,5 0 0,16 0 0,25 0 0,16-1 0,12-2 0,19-1 0,5-2 0,-21 2 0,2 0 0,0 0 0,1-1 0,0 1 0,-3 1 0,19-1 0,-5 1 0,-9 2 0,-4 1 0,-10 1 0,-4 0 0,35 0 0,-29 0 0,-21 0 0,-21 0 0,-11 0 0,-10 0 0,-21 0 0,-27 0 0,-9 0 0,-10 0 0,-8 0 0,-4 0 0,-6 0 0,-1 0 0,6 0 0,4 0 0,18 0 0,4 0 0,-43 2 0,15 1 0,8 4 0,9 5 0,3 10 0,28-11 0,9 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4:06.91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 93 16383,'31'0'0,"19"0"0,31 0 0,-28 0 0,3 0 0,7 0 0,1 0 0,1 0 0,0 0 0,0 0 0,-1 0 0,-3 0 0,-3 0 0,34 0 0,-26 0 0,-33 0 0,-20 0 0,-7 0 0,-5 0 0,-15 0 0,-29 0 0,-36 0 0,-19 0 0,43 0 0,1 0 0,-37 2 0,16 2 0,16-1 0,13 1 0,8-3 0,5-1 0,5 0 0,5 0 0,10 0 0,12 0 0,19 0 0,23 0 0,8-4 0,8-1 0,18-3 0,5-1 0,7-2 0,2 0 0,0-1 0,-5 1 0,-19 3 0,-5 2 0,32-1 0,-23 3 0,-18 3 0,-5 1 0,2 0 0,7 0 0,2 0 0,-7 0 0,-11-1 0,-18-1 0,-11 0 0,-8-1 0,-24 2 0,-14 0 0,-35 1 0,-17 4 0,38 0 0,-1 1 0,-1 1 0,0 1 0,-45 9 0,13-5 0,14-3 0,10-3 0,4-3 0,-5-1 0,-4 0 0,1 1 0,7-1 0,12 1 0,12 0 0,12-2 0,10 1 0,6 0 0,6 0 0,9 0 0,13-1 0,28 0 0,44-1 0,-26 0 0,4 0 0,5-1 0,-1 1 0,-7 0 0,-4 0 0,25 0 0,-45 1 0,-22 0 0,-11 0 0,-8 0 0,-3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4:12.16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69 5 16383,'44'-4'0,"5"4"0,9 11 0,-3 8 0,-6 11 0,-6 6 0,3 11 0,15 19 0,7 5 0,5-4 0,0-9 0,-1-10 0,2 4 0,1 3 0,-8-2 0,-15-9 0,-14-11 0,-16-13 0,-8-7 0,-3-4 0,1-1 0,1-2 0,-1-2 0,-4-1 0,-4 1 0,-13 3 0,-17 9 0,-23 16 0,-20 14 0,-12 13 0,31-23 0,-1 1 0,1 0 0,0 0 0,0 0 0,1-1 0,4-2 0,2-1 0,-27 21 0,0-1 0,3-5 0,6-4 0,10-10 0,14-8 0,12-8 0,7-6 0,4-1 0,1-2 0,2-3 0,3-3 0,10-14 0,22-21 0,36-29 0,-12 15 0,6-4 0,16-11 0,4 0 0,1 0 0,-1 2 0,-7 7 0,-2 4 0,-13 11 0,-5 3 0,17-11 0,-16 9 0,-10 6 0,-10 7 0,-6 4 0,-1 5 0,-1 1 0,1 2 0,-1 3 0,-2 1 0,0 3 0,-1 1 0,-2 2 0,-2 0 0,-4 0 0,-5-1 0,-2-1 0,-6-3 0,-7-1 0,-19-5 0,-22-7 0,-29-9 0,-9-3 0,4-3 0,8-1 0,14-2 0,-2-5 0,6-1 0,6 0 0,11 5 0,6-2 0,3 1 0,4 2 0,0 1 0,2 5 0,0 1 0,1 3 0,4 5 0,5 4 0,7 9 0,6 4 0,6 5 0,14 7 0,22 9 0,28 18 0,-7-3 0,4 5 0,8 5 0,1 2 0,3 2 0,-1 0 0,-7-4 0,-3-2 0,21 14 0,-19-12 0,-19-11 0,-12-3 0,-5 1 0,-2 0 0,-3-2 0,-2-2 0,-1-2 0,5 2 0,3 2 0,-2-1 0,-4-5 0,-7-6 0,-6-5 0,-5-2 0,-2-2 0,-4 2 0,-6 1 0,-8 2 0,-9 2 0,-7 2 0,-10 6 0,-10 4 0,-15 8 0,-10 0 0,-4 1 0,0 0 0,5-3 0,2 3 0,1-2 0,-2 0 0,-1 0 0,1-1 0,8 0 0,10-2 0,9-1 0,5 1 0,1 0 0,-1 2 0,3-2 0,7-5 0,10-5 0,8-6 0,4-3 0,1-2 0,4-4 0,21-15 0,11-6 0,35-25 0,13-9 0,-29 21 0,3-2 0,12-6 0,3 0 0,-1 3 0,1 1 0,-4 2 0,-2 1 0,-5 5 0,-3 2 0,24-12 0,-1 0 0,-5 4 0,-6 5 0,-12 4 0,-11 6 0,-9 1 0,-5 1 0,-3 1 0,-2 1 0,2 1 0,-1 0 0,-1 0 0,-1 0 0,-2 1 0,-1 2 0,-3 0 0,-4 1 0,-11-2 0,-12-7 0,-10-5 0,-10-4 0,-19-12 0,-14-4 0,-10-5 0,-4-2 0,14 12 0,10 5 0,9 5 0,5 2 0,1-1 0,-3-4 0,1 2 0,4 3 0,4 5 0,2 4 0,-1-1 0,-5-1 0,-3-3 0,4 2 0,7 5 0,10 4 0,8 4 0,3 1 0,3 1 0,1 1 0,2 1 0,2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5:03.08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1 16383,'0'0'0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5:03.51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1 16383,'0'0'0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5:04.335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 0 16383,'0'0'0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49:55.263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0 16383,'0'0'0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49:56.063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0 16383,'0'0'0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4:04.06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6 16383,'85'-3'0,"-34"2"0,3 0 0,13 1 0,4 0 0,4 0 0,1 0 0,-1 0 0,-1 0 0,-8 0 0,-4 0 0,-6 0 0,-3 0 0,35 0 0,-15 0 0,-10 0 0,-14 0 0,-9 0 0,-6 0 0,-4 0 0,-2 0 0,-6 0 0,-8 0 0,-11 1 0,-23 3 0,-33 5 0,-41 7 0,30-6 0,-4 1 0,-4-1 0,0 1 0,0-1 0,1 0 0,7-2 0,3 0 0,8-2 0,3-1 0,-44 1 0,11-5 0,7-1 0,6 0 0,12 0 0,13 0 0,15 0 0,12 0 0,8 0 0,4-1 0,5 0 0,16 0 0,25 0 0,16-1 0,12-2 0,19-1 0,5-2 0,-21 2 0,2 0 0,0 0 0,1-1 0,0 1 0,-3 1 0,19-1 0,-5 1 0,-9 2 0,-4 1 0,-10 1 0,-4 0 0,35 0 0,-29 0 0,-21 0 0,-21 0 0,-11 0 0,-10 0 0,-21 0 0,-27 0 0,-9 0 0,-10 0 0,-8 0 0,-4 0 0,-6 0 0,-1 0 0,6 0 0,4 0 0,18 0 0,4 0 0,-43 2 0,15 1 0,8 4 0,9 5 0,3 10 0,28-11 0,9 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4:06.91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 93 16383,'31'0'0,"19"0"0,31 0 0,-28 0 0,3 0 0,7 0 0,1 0 0,1 0 0,0 0 0,0 0 0,-1 0 0,-3 0 0,-3 0 0,34 0 0,-26 0 0,-33 0 0,-20 0 0,-7 0 0,-5 0 0,-15 0 0,-29 0 0,-36 0 0,-19 0 0,43 0 0,1 0 0,-37 2 0,16 2 0,16-1 0,13 1 0,8-3 0,5-1 0,5 0 0,5 0 0,10 0 0,12 0 0,19 0 0,23 0 0,8-4 0,8-1 0,18-3 0,5-1 0,7-2 0,2 0 0,0-1 0,-5 1 0,-19 3 0,-5 2 0,32-1 0,-23 3 0,-18 3 0,-5 1 0,2 0 0,7 0 0,2 0 0,-7 0 0,-11-1 0,-18-1 0,-11 0 0,-8-1 0,-24 2 0,-14 0 0,-35 1 0,-17 4 0,38 0 0,-1 1 0,-1 1 0,0 1 0,-45 9 0,13-5 0,14-3 0,10-3 0,4-3 0,-5-1 0,-4 0 0,1 1 0,7-1 0,12 1 0,12 0 0,12-2 0,10 1 0,6 0 0,6 0 0,9 0 0,13-1 0,28 0 0,44-1 0,-26 0 0,4 0 0,5-1 0,-1 1 0,-7 0 0,-4 0 0,25 0 0,-45 1 0,-22 0 0,-11 0 0,-8 0 0,-3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4:12.16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69 5 16383,'44'-4'0,"5"4"0,9 11 0,-3 8 0,-6 11 0,-6 6 0,3 11 0,15 19 0,7 5 0,5-4 0,0-9 0,-1-10 0,2 4 0,1 3 0,-8-2 0,-15-9 0,-14-11 0,-16-13 0,-8-7 0,-3-4 0,1-1 0,1-2 0,-1-2 0,-4-1 0,-4 1 0,-13 3 0,-17 9 0,-23 16 0,-20 14 0,-12 13 0,31-23 0,-1 1 0,1 0 0,0 0 0,0 0 0,1-1 0,4-2 0,2-1 0,-27 21 0,0-1 0,3-5 0,6-4 0,10-10 0,14-8 0,12-8 0,7-6 0,4-1 0,1-2 0,2-3 0,3-3 0,10-14 0,22-21 0,36-29 0,-12 15 0,6-4 0,16-11 0,4 0 0,1 0 0,-1 2 0,-7 7 0,-2 4 0,-13 11 0,-5 3 0,17-11 0,-16 9 0,-10 6 0,-10 7 0,-6 4 0,-1 5 0,-1 1 0,1 2 0,-1 3 0,-2 1 0,0 3 0,-1 1 0,-2 2 0,-2 0 0,-4 0 0,-5-1 0,-2-1 0,-6-3 0,-7-1 0,-19-5 0,-22-7 0,-29-9 0,-9-3 0,4-3 0,8-1 0,14-2 0,-2-5 0,6-1 0,6 0 0,11 5 0,6-2 0,3 1 0,4 2 0,0 1 0,2 5 0,0 1 0,1 3 0,4 5 0,5 4 0,7 9 0,6 4 0,6 5 0,14 7 0,22 9 0,28 18 0,-7-3 0,4 5 0,8 5 0,1 2 0,3 2 0,-1 0 0,-7-4 0,-3-2 0,21 14 0,-19-12 0,-19-11 0,-12-3 0,-5 1 0,-2 0 0,-3-2 0,-2-2 0,-1-2 0,5 2 0,3 2 0,-2-1 0,-4-5 0,-7-6 0,-6-5 0,-5-2 0,-2-2 0,-4 2 0,-6 1 0,-8 2 0,-9 2 0,-7 2 0,-10 6 0,-10 4 0,-15 8 0,-10 0 0,-4 1 0,0 0 0,5-3 0,2 3 0,1-2 0,-2 0 0,-1 0 0,1-1 0,8 0 0,10-2 0,9-1 0,5 1 0,1 0 0,-1 2 0,3-2 0,7-5 0,10-5 0,8-6 0,4-3 0,1-2 0,4-4 0,21-15 0,11-6 0,35-25 0,13-9 0,-29 21 0,3-2 0,12-6 0,3 0 0,-1 3 0,1 1 0,-4 2 0,-2 1 0,-5 5 0,-3 2 0,24-12 0,-1 0 0,-5 4 0,-6 5 0,-12 4 0,-11 6 0,-9 1 0,-5 1 0,-3 1 0,-2 1 0,2 1 0,-1 0 0,-1 0 0,-1 0 0,-2 1 0,-1 2 0,-3 0 0,-4 1 0,-11-2 0,-12-7 0,-10-5 0,-10-4 0,-19-12 0,-14-4 0,-10-5 0,-4-2 0,14 12 0,10 5 0,9 5 0,5 2 0,1-1 0,-3-4 0,1 2 0,4 3 0,4 5 0,2 4 0,-1-1 0,-5-1 0,-3-3 0,4 2 0,7 5 0,10 4 0,8 4 0,3 1 0,3 1 0,1 1 0,2 1 0,2 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5:03.08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1 16383,'0'0'0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5:03.51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1 16383,'0'0'0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35:04.335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 0 16383,'0'0'0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9F1C7-C570-6C4C-AE0C-A65B082ECFBF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B0868-6227-C14F-B10E-7B70F2C3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59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75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F3D5-D0A1-CEF3-022A-D437A7A7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48ED2-D59D-D762-0079-5A393AB2D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25458-C952-E8B6-A056-62378150B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7ED6A-B23C-69D2-E28F-22A466E59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37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7E73-3E2A-BF7F-BDE2-0E1025A41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BD0FD-FA57-ACD0-DAEF-19BD39398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3B735-D175-3CC5-C188-A2DD01F8F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1AF87-CB88-12F6-9433-74B2F8029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06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7B58-C234-99B3-CF35-A0AD2C1B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416B7-54AB-3873-D6BB-D02A7E411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3204D-B61B-606C-B260-A1D751093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17B34-BB29-38A5-90FE-B2DEC2661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80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2DAEA-E907-17C1-B015-CA6F2BECC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F84FF-C9C0-B7B3-75DD-F961BAFD8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B4528-3EB1-63BE-CE9E-14BC348AC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48A5A-3572-AD49-AA0C-D079AB0C7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89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3ED4-A370-427C-D9B6-F19C7D34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ED629-EB6E-D5AC-8ADD-FA51D328E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4B8F8-7DAF-A809-AC39-E9771FE67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CAB24-9FCF-D018-953F-E33565664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83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088D-CAE1-A9A2-37E5-408962545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85F11-00B4-0CBC-4C89-972D9540C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EA616-706C-D7A6-624E-51C2234E2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9DF4F-9E95-68D7-F795-22B92CD78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88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DD06D-04E5-73B9-54D5-1BA318552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106CD-1B94-D38E-7C7F-9821AD055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6404B-1EEA-661B-9839-F330F233E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199A5-0E98-8759-C9F1-4C6BF6FED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4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3AE96-28D0-0DCD-AD44-58B28A69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B61F-98B5-3D95-1CED-8A875A252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D1922-A862-AFFE-95F5-B6975E449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39C09-0E79-76B1-28CA-C75381788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93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C55E3-B39F-8858-0DF0-DAC8AD785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E8E4F-D3A7-6F54-5E04-4DCDC0346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DF9B7-F6BB-5147-AECC-75B25D63B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8085F-21CA-295E-BA41-BA33F62D2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09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EBAC-6E30-93A7-1C31-9C4ABA34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E0C88-8B31-EC56-AB3C-D24DF789D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F559A-6A5E-25F2-0D0B-4FC0A0D30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D7A8A-237A-401B-84D6-8BB860A53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72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7BF9E-596C-1A2B-67BE-C34CE81C3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CB5A9-4FF4-C3DB-80D1-4DA8F36D2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79512-75DC-E2A3-8030-25A3D52E2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FE494-11EB-58F6-BEB6-F815315B2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B0868-6227-C14F-B10E-7B70F2C3DF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98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9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1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61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13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9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11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18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80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2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6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FD39C2C-69A3-AF4E-9179-36310F36741D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C9B000F-C106-6948-BA18-97630982C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619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8.xml"/><Relationship Id="rId18" Type="http://schemas.openxmlformats.org/officeDocument/2006/relationships/image" Target="../media/image22.png"/><Relationship Id="rId3" Type="http://schemas.openxmlformats.org/officeDocument/2006/relationships/customXml" Target="../ink/ink4.xml"/><Relationship Id="rId7" Type="http://schemas.openxmlformats.org/officeDocument/2006/relationships/image" Target="../media/image15.png"/><Relationship Id="rId12" Type="http://schemas.openxmlformats.org/officeDocument/2006/relationships/image" Target="../media/image19.png"/><Relationship Id="rId17" Type="http://schemas.openxmlformats.org/officeDocument/2006/relationships/customXml" Target="../ink/ink10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6.xml"/><Relationship Id="rId11" Type="http://schemas.openxmlformats.org/officeDocument/2006/relationships/image" Target="../media/image18.png"/><Relationship Id="rId5" Type="http://schemas.openxmlformats.org/officeDocument/2006/relationships/customXml" Target="../ink/ink5.xml"/><Relationship Id="rId15" Type="http://schemas.openxmlformats.org/officeDocument/2006/relationships/customXml" Target="../ink/ink9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7.xml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customXml" Target="../ink/ink16.xml"/><Relationship Id="rId18" Type="http://schemas.openxmlformats.org/officeDocument/2006/relationships/customXml" Target="../ink/ink18.xml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openxmlformats.org/officeDocument/2006/relationships/customXml" Target="../ink/ink15.xml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1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2.xml"/><Relationship Id="rId11" Type="http://schemas.openxmlformats.org/officeDocument/2006/relationships/image" Target="../media/image14.png"/><Relationship Id="rId5" Type="http://schemas.openxmlformats.org/officeDocument/2006/relationships/image" Target="../media/image24.png"/><Relationship Id="rId15" Type="http://schemas.openxmlformats.org/officeDocument/2006/relationships/image" Target="../media/image28.png"/><Relationship Id="rId10" Type="http://schemas.openxmlformats.org/officeDocument/2006/relationships/customXml" Target="../ink/ink14.xml"/><Relationship Id="rId19" Type="http://schemas.openxmlformats.org/officeDocument/2006/relationships/image" Target="../media/image30.png"/><Relationship Id="rId4" Type="http://schemas.openxmlformats.org/officeDocument/2006/relationships/customXml" Target="../ink/ink11.xml"/><Relationship Id="rId9" Type="http://schemas.openxmlformats.org/officeDocument/2006/relationships/image" Target="../media/image26.png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27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12" Type="http://schemas.openxmlformats.org/officeDocument/2006/relationships/customXml" Target="../ink/ink2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11" Type="http://schemas.openxmlformats.org/officeDocument/2006/relationships/customXml" Target="../ink/ink23.xml"/><Relationship Id="rId5" Type="http://schemas.openxmlformats.org/officeDocument/2006/relationships/customXml" Target="../ink/ink20.xml"/><Relationship Id="rId15" Type="http://schemas.openxmlformats.org/officeDocument/2006/relationships/image" Target="../media/image35.png"/><Relationship Id="rId10" Type="http://schemas.openxmlformats.org/officeDocument/2006/relationships/image" Target="../media/image14.png"/><Relationship Id="rId4" Type="http://schemas.openxmlformats.org/officeDocument/2006/relationships/image" Target="../media/image31.png"/><Relationship Id="rId9" Type="http://schemas.openxmlformats.org/officeDocument/2006/relationships/customXml" Target="../ink/ink22.xml"/><Relationship Id="rId1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731C8-32E4-29EE-1459-2611B10144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LLM</a:t>
            </a:r>
            <a:r>
              <a:rPr lang="ru-RU" dirty="0"/>
              <a:t>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4E3A6-38D6-A1C9-DFF9-86FE62ECC4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✨</a:t>
            </a:r>
          </a:p>
        </p:txBody>
      </p:sp>
    </p:spTree>
    <p:extLst>
      <p:ext uri="{BB962C8B-B14F-4D97-AF65-F5344CB8AC3E}">
        <p14:creationId xmlns:p14="http://schemas.microsoft.com/office/powerpoint/2010/main" val="2310617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BC41D-96D2-AE2E-0241-9213A2F3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Хотим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06ACB-2773-6621-5E7E-C00E275A3930}"/>
              </a:ext>
            </a:extLst>
          </p:cNvPr>
          <p:cNvSpPr txBox="1"/>
          <p:nvPr/>
        </p:nvSpPr>
        <p:spPr>
          <a:xfrm>
            <a:off x="1453243" y="3244334"/>
            <a:ext cx="68852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 берегу знать, как оптимально обучить </a:t>
            </a:r>
            <a:r>
              <a:rPr lang="en-US" dirty="0"/>
              <a:t>LLM </a:t>
            </a:r>
            <a:r>
              <a:rPr lang="ru-RU" dirty="0"/>
              <a:t>за бюджет</a:t>
            </a:r>
          </a:p>
          <a:p>
            <a:pPr marL="285750" indent="-285750">
              <a:buFontTx/>
              <a:buChar char="-"/>
            </a:pPr>
            <a:r>
              <a:rPr lang="ru-RU" dirty="0"/>
              <a:t>Размер модели</a:t>
            </a:r>
          </a:p>
          <a:p>
            <a:pPr marL="285750" indent="-285750">
              <a:buFontTx/>
              <a:buChar char="-"/>
            </a:pPr>
            <a:r>
              <a:rPr lang="ru-RU" dirty="0"/>
              <a:t>Размер датасета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Количество шагов обучения (сколько токенов модель увидит)</a:t>
            </a:r>
          </a:p>
          <a:p>
            <a:pPr marL="285750" indent="-285750">
              <a:buFontTx/>
              <a:buChar char="-"/>
            </a:pPr>
            <a:r>
              <a:rPr lang="en-US" dirty="0"/>
              <a:t>Batch size, </a:t>
            </a:r>
            <a:r>
              <a:rPr lang="en-US" dirty="0" err="1"/>
              <a:t>lr</a:t>
            </a:r>
            <a:r>
              <a:rPr lang="en-US" dirty="0"/>
              <a:t>, depth, width,</a:t>
            </a:r>
            <a:r>
              <a:rPr lang="ru-RU" dirty="0"/>
              <a:t> </a:t>
            </a:r>
            <a:r>
              <a:rPr lang="en-US" dirty="0"/>
              <a:t>...</a:t>
            </a:r>
          </a:p>
          <a:p>
            <a:pPr marL="285750" indent="-285750"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514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E9FDB-A9D1-3A27-E9BF-27770051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FF46-BF65-A738-CCEE-BAA10346A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Laws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C7B55-09C5-7F54-AE76-E5FF70639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893" y="3429000"/>
            <a:ext cx="7274214" cy="6447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091964-0C93-6858-FBC4-AB9456FA18E2}"/>
              </a:ext>
            </a:extLst>
          </p:cNvPr>
          <p:cNvSpPr txBox="1"/>
          <p:nvPr/>
        </p:nvSpPr>
        <p:spPr>
          <a:xfrm rot="16200000">
            <a:off x="516360" y="4875018"/>
            <a:ext cx="3530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GPT-3 </a:t>
            </a:r>
            <a:r>
              <a:rPr lang="ru-RU" dirty="0"/>
              <a:t>вышел через 3 месяца </a:t>
            </a:r>
            <a:r>
              <a:rPr lang="en-US" dirty="0"/>
              <a:t>👀 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D47BC42-095F-2503-C97D-40D34E80B77E}"/>
                  </a:ext>
                </a:extLst>
              </p14:cNvPr>
              <p14:cNvContentPartPr/>
              <p14:nvPr/>
            </p14:nvContentPartPr>
            <p14:xfrm>
              <a:off x="2898362" y="5155046"/>
              <a:ext cx="193320" cy="1519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D47BC42-095F-2503-C97D-40D34E80B7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0328" y="5047046"/>
                <a:ext cx="229026" cy="17352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B3E109C-71E7-4069-9CD8-5A9FB5F399BA}"/>
              </a:ext>
            </a:extLst>
          </p:cNvPr>
          <p:cNvSpPr txBox="1"/>
          <p:nvPr/>
        </p:nvSpPr>
        <p:spPr>
          <a:xfrm>
            <a:off x="2281468" y="3059668"/>
            <a:ext cx="6261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зависимость </a:t>
            </a:r>
            <a:r>
              <a:rPr lang="ru-RU" dirty="0" err="1"/>
              <a:t>лосса</a:t>
            </a:r>
            <a:r>
              <a:rPr lang="ru-RU" dirty="0"/>
              <a:t> от размера модели, данных, </a:t>
            </a:r>
            <a:r>
              <a:rPr lang="ru-RU" dirty="0" err="1"/>
              <a:t>компьюта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19E81E0-D995-DB72-DADC-8FDE92006BD1}"/>
                  </a:ext>
                </a:extLst>
              </p14:cNvPr>
              <p14:cNvContentPartPr/>
              <p14:nvPr/>
            </p14:nvContentPartPr>
            <p14:xfrm>
              <a:off x="1441595" y="3166775"/>
              <a:ext cx="768960" cy="216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19E81E0-D995-DB72-DADC-8FDE92006B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23595" y="3058775"/>
                <a:ext cx="8046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7D39249-317C-577A-8AFC-44831B87338A}"/>
                  </a:ext>
                </a:extLst>
              </p14:cNvPr>
              <p14:cNvContentPartPr/>
              <p14:nvPr/>
            </p14:nvContentPartPr>
            <p14:xfrm>
              <a:off x="1450955" y="3249575"/>
              <a:ext cx="707400" cy="450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7D39249-317C-577A-8AFC-44831B8733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32964" y="3141575"/>
                <a:ext cx="743022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0596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45CE9-1919-D3B2-5974-0B3BCD64C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9904-22B1-BFD7-E8FA-F35521A6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Laws – compute efficient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B80119-D96E-84E0-7A7F-647903856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2239020"/>
            <a:ext cx="9124950" cy="39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0E7E-C3C6-AE04-C338-FF4EE681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7F3FD-F605-BB66-A62E-BF8DE6B6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Laws</a:t>
            </a:r>
            <a:r>
              <a:rPr lang="ru-RU" dirty="0"/>
              <a:t> –</a:t>
            </a:r>
            <a:r>
              <a:rPr lang="en-US" dirty="0"/>
              <a:t> predictive power law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89C772-2E40-C668-3227-370EA53C0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899" y="2345279"/>
            <a:ext cx="9150201" cy="28801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772FA6-D08C-BC41-3488-353751544B03}"/>
              </a:ext>
            </a:extLst>
          </p:cNvPr>
          <p:cNvSpPr txBox="1"/>
          <p:nvPr/>
        </p:nvSpPr>
        <p:spPr>
          <a:xfrm>
            <a:off x="1520899" y="5380672"/>
            <a:ext cx="8798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r>
              <a:rPr lang="ru-RU" dirty="0"/>
              <a:t> – кол-во параметров</a:t>
            </a:r>
          </a:p>
          <a:p>
            <a:r>
              <a:rPr lang="en-US" dirty="0"/>
              <a:t>D =  B * S – </a:t>
            </a:r>
            <a:r>
              <a:rPr lang="ru-RU" dirty="0"/>
              <a:t>кол-во данных</a:t>
            </a:r>
          </a:p>
          <a:p>
            <a:r>
              <a:rPr lang="en-US" dirty="0"/>
              <a:t>C –</a:t>
            </a:r>
            <a:r>
              <a:rPr lang="ru-RU" dirty="0"/>
              <a:t> </a:t>
            </a:r>
            <a:r>
              <a:rPr lang="en-US" dirty="0"/>
              <a:t>compute</a:t>
            </a:r>
            <a:endParaRPr lang="ru-RU" dirty="0"/>
          </a:p>
          <a:p>
            <a:r>
              <a:rPr lang="ru-RU" dirty="0" err="1"/>
              <a:t>Лосс</a:t>
            </a:r>
            <a:r>
              <a:rPr lang="ru-RU" dirty="0"/>
              <a:t> зависит от них экспоненциально, а от глубина и ширины – не зависит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882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C7DE-63F1-0CCA-60D4-448A99D2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6429C-0412-B11C-EDCE-D7C8E4058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Laws – optimal for C scaling laws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4F1F0-0597-F837-89EE-459B7AE4B4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18" t="26526" r="19670" b="10316"/>
          <a:stretch>
            <a:fillRect/>
          </a:stretch>
        </p:blipFill>
        <p:spPr>
          <a:xfrm>
            <a:off x="6113835" y="1607418"/>
            <a:ext cx="4554926" cy="4475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A34F41-7781-2F23-F65A-C83FDD4F4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55" y="2258947"/>
            <a:ext cx="4515664" cy="325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74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331F3-D731-F7E1-DB00-3C616DC8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8E2C-CB2D-8ED5-D70D-F6FA0433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Laws – optimal scaling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E11B2C-2B63-375B-F796-1DA9EAD8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0" y="1903408"/>
            <a:ext cx="9093200" cy="425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41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A578A-659C-CED0-2617-084A216D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D2444-CE2A-20AE-9256-8C519E13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Laws – optimal batch size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A833EE-9FA1-3E63-C668-BAF9CA05A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106" y="3128190"/>
            <a:ext cx="9482488" cy="207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02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925EA-4E95-137D-5A6B-598E00A8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92819-1E26-7CE7-DAF0-C213D92A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Laws</a:t>
            </a:r>
            <a:r>
              <a:rPr lang="ru-RU" dirty="0"/>
              <a:t> – вывод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45E24-1F51-0EE8-E3C6-F692CBC739DB}"/>
              </a:ext>
            </a:extLst>
          </p:cNvPr>
          <p:cNvSpPr txBox="1"/>
          <p:nvPr/>
        </p:nvSpPr>
        <p:spPr>
          <a:xfrm>
            <a:off x="1501541" y="2810577"/>
            <a:ext cx="37538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Power laws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ru-RU" dirty="0"/>
              <a:t>Лучше не долго обучать большую модель, чем долго </a:t>
            </a:r>
            <a:r>
              <a:rPr lang="ru-RU" dirty="0" err="1"/>
              <a:t>маленьку</a:t>
            </a:r>
            <a:endParaRPr lang="ru-RU" dirty="0"/>
          </a:p>
          <a:p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Сильнее всего надо </a:t>
            </a:r>
            <a:r>
              <a:rPr lang="ru-RU" dirty="0" err="1"/>
              <a:t>скейлить</a:t>
            </a:r>
            <a:r>
              <a:rPr lang="ru-RU" dirty="0"/>
              <a:t> количество параметров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E8D3D-30DA-50B6-6DE7-8B15CBDB8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256" y="1383731"/>
            <a:ext cx="5676900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2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C431-612B-8A12-1DD9-8A7AE252D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27D9-5AFD-A181-7D44-9971D690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Compute-Optimal</a:t>
            </a:r>
            <a:r>
              <a:rPr lang="ru-RU" dirty="0"/>
              <a:t> </a:t>
            </a:r>
            <a:r>
              <a:rPr lang="en-US" dirty="0"/>
              <a:t>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FD8062-BF7E-3BB4-920A-87721B2FA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554" y="2858704"/>
            <a:ext cx="67668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2CBE1-3314-6D66-EAB2-72A44E13E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B16F-97F2-9ABC-B109-F587576DA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Compute-Optimal</a:t>
            </a:r>
            <a:r>
              <a:rPr lang="ru-RU" dirty="0"/>
              <a:t> </a:t>
            </a:r>
            <a:r>
              <a:rPr lang="en-US" dirty="0"/>
              <a:t>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1173A-9A8D-EBCB-136B-C2D38C4A1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534269"/>
            <a:ext cx="7772400" cy="24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64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7EC7-E1FC-B16B-8D5A-73755C533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014F5-9836-1705-FD96-3658EE9C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Compute-Optimal</a:t>
            </a:r>
            <a:r>
              <a:rPr lang="ru-RU" dirty="0"/>
              <a:t> </a:t>
            </a:r>
            <a:r>
              <a:rPr lang="en-US" dirty="0"/>
              <a:t>Models</a:t>
            </a:r>
            <a:r>
              <a:rPr lang="ru-RU" dirty="0"/>
              <a:t> – </a:t>
            </a:r>
            <a:r>
              <a:rPr lang="en-US" dirty="0"/>
              <a:t>Approach 1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E39C55-7E36-29AE-784C-19BB1E240904}"/>
              </a:ext>
            </a:extLst>
          </p:cNvPr>
          <p:cNvGrpSpPr/>
          <p:nvPr/>
        </p:nvGrpSpPr>
        <p:grpSpPr>
          <a:xfrm>
            <a:off x="8456710" y="4503183"/>
            <a:ext cx="360" cy="360"/>
            <a:chOff x="8456710" y="4503183"/>
            <a:chExt cx="360" cy="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E359A9E-45D6-3328-E289-278B2A43614A}"/>
                    </a:ext>
                  </a:extLst>
                </p14:cNvPr>
                <p14:cNvContentPartPr/>
                <p14:nvPr/>
              </p14:nvContentPartPr>
              <p14:xfrm>
                <a:off x="8456710" y="4503183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E359A9E-45D6-3328-E289-278B2A43614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38710" y="4395543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FBFF640-E0A7-DC56-6D76-A50D5DBE4713}"/>
                    </a:ext>
                  </a:extLst>
                </p14:cNvPr>
                <p14:cNvContentPartPr/>
                <p14:nvPr/>
              </p14:nvContentPartPr>
              <p14:xfrm>
                <a:off x="8456710" y="4503183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FBFF640-E0A7-DC56-6D76-A50D5DBE471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38710" y="4395543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C9ED8E4-0F21-BDF3-4FDB-AE4D82A2E223}"/>
                  </a:ext>
                </a:extLst>
              </p14:cNvPr>
              <p14:cNvContentPartPr/>
              <p14:nvPr/>
            </p14:nvContentPartPr>
            <p14:xfrm>
              <a:off x="8472190" y="4233183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C9ED8E4-0F21-BDF3-4FDB-AE4D82A2E2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54550" y="4125183"/>
                <a:ext cx="36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2D68CE66-2CF8-9C32-93A3-3E55AEB53FB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" r="50070"/>
          <a:stretch>
            <a:fillRect/>
          </a:stretch>
        </p:blipFill>
        <p:spPr>
          <a:xfrm>
            <a:off x="5056866" y="4433803"/>
            <a:ext cx="2908638" cy="23509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BD3B4ED-5C9C-936A-3288-1F851C095D0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9191" r="878"/>
          <a:stretch>
            <a:fillRect/>
          </a:stretch>
        </p:blipFill>
        <p:spPr>
          <a:xfrm>
            <a:off x="8129239" y="4424763"/>
            <a:ext cx="2908638" cy="23509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4D13B79-F8C9-F410-B24F-8164BBB3A8F9}"/>
                  </a:ext>
                </a:extLst>
              </p14:cNvPr>
              <p14:cNvContentPartPr/>
              <p14:nvPr/>
            </p14:nvContentPartPr>
            <p14:xfrm>
              <a:off x="3161013" y="5435427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4D13B79-F8C9-F410-B24F-8164BBB3A8F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43013" y="5327427"/>
                <a:ext cx="36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4CC20AFA-254C-3EA5-93D4-BCA83E9FA2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28" y="1688551"/>
            <a:ext cx="6076893" cy="23509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E2AF299-1145-01D4-AFC6-9F2516D687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9239" y="1779492"/>
            <a:ext cx="2908638" cy="254966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AF0982B-2267-8757-8FDC-6947D4BE34B9}"/>
              </a:ext>
            </a:extLst>
          </p:cNvPr>
          <p:cNvGrpSpPr/>
          <p:nvPr/>
        </p:nvGrpSpPr>
        <p:grpSpPr>
          <a:xfrm>
            <a:off x="4904289" y="3154860"/>
            <a:ext cx="1013040" cy="548280"/>
            <a:chOff x="5778720" y="3542760"/>
            <a:chExt cx="1013040" cy="5482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13FE34C-1614-772D-1B2C-D2A726F14F10}"/>
                    </a:ext>
                  </a:extLst>
                </p14:cNvPr>
                <p14:cNvContentPartPr/>
                <p14:nvPr/>
              </p14:nvContentPartPr>
              <p14:xfrm>
                <a:off x="5778720" y="3642840"/>
                <a:ext cx="531360" cy="48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13FE34C-1614-772D-1B2C-D2A726F14F1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60720" y="3535200"/>
                  <a:ext cx="567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7537B5F-A1F1-40D1-6333-AC566CC66757}"/>
                    </a:ext>
                  </a:extLst>
                </p14:cNvPr>
                <p14:cNvContentPartPr/>
                <p14:nvPr/>
              </p14:nvContentPartPr>
              <p14:xfrm>
                <a:off x="5827320" y="3855600"/>
                <a:ext cx="566280" cy="38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7537B5F-A1F1-40D1-6333-AC566CC6675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809680" y="3747600"/>
                  <a:ext cx="6019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E40B373-F5BC-2BE2-5354-0B93581F87D5}"/>
                    </a:ext>
                  </a:extLst>
                </p14:cNvPr>
                <p14:cNvContentPartPr/>
                <p14:nvPr/>
              </p14:nvContentPartPr>
              <p14:xfrm>
                <a:off x="6306120" y="3542760"/>
                <a:ext cx="485640" cy="548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E40B373-F5BC-2BE2-5354-0B93581F87D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88480" y="3435120"/>
                  <a:ext cx="521280" cy="76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2223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AED49-FB67-8E1E-52C2-6D53A19A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E80CF816-7F02-C824-9C95-144A4106F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30289"/>
            <a:ext cx="10561246" cy="1290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F9335A-238F-D621-7AF6-D6986B687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Compute-Optimal</a:t>
            </a:r>
            <a:r>
              <a:rPr lang="ru-RU" dirty="0"/>
              <a:t> </a:t>
            </a:r>
            <a:r>
              <a:rPr lang="en-US" dirty="0"/>
              <a:t>Models</a:t>
            </a:r>
            <a:r>
              <a:rPr lang="ru-RU" dirty="0"/>
              <a:t> – </a:t>
            </a:r>
            <a:r>
              <a:rPr lang="en-US" dirty="0"/>
              <a:t>Approach 2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A827D0-D910-8002-D8DF-4D79EE4B0299}"/>
              </a:ext>
            </a:extLst>
          </p:cNvPr>
          <p:cNvGrpSpPr/>
          <p:nvPr/>
        </p:nvGrpSpPr>
        <p:grpSpPr>
          <a:xfrm rot="5400000">
            <a:off x="5306634" y="3242316"/>
            <a:ext cx="1013040" cy="548280"/>
            <a:chOff x="5778720" y="3542760"/>
            <a:chExt cx="1013040" cy="5482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C63748F-BF2D-5099-C20C-B2960CFD474D}"/>
                    </a:ext>
                  </a:extLst>
                </p14:cNvPr>
                <p14:cNvContentPartPr/>
                <p14:nvPr/>
              </p14:nvContentPartPr>
              <p14:xfrm>
                <a:off x="5778720" y="3642840"/>
                <a:ext cx="531360" cy="48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C63748F-BF2D-5099-C20C-B2960CFD474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60720" y="3535200"/>
                  <a:ext cx="567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83C28D1-FE59-FF02-ADE7-0C32EB29F464}"/>
                    </a:ext>
                  </a:extLst>
                </p14:cNvPr>
                <p14:cNvContentPartPr/>
                <p14:nvPr/>
              </p14:nvContentPartPr>
              <p14:xfrm>
                <a:off x="5827320" y="3855600"/>
                <a:ext cx="566280" cy="38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83C28D1-FE59-FF02-ADE7-0C32EB29F4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09680" y="3747600"/>
                  <a:ext cx="6019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9D7B130-3BE8-6D67-7C90-B72D05E56699}"/>
                    </a:ext>
                  </a:extLst>
                </p14:cNvPr>
                <p14:cNvContentPartPr/>
                <p14:nvPr/>
              </p14:nvContentPartPr>
              <p14:xfrm>
                <a:off x="6306120" y="3542760"/>
                <a:ext cx="485640" cy="548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9D7B130-3BE8-6D67-7C90-B72D05E566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88480" y="3435120"/>
                  <a:ext cx="521280" cy="76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3A1ECE-D803-C428-3683-9507A83F595D}"/>
              </a:ext>
            </a:extLst>
          </p:cNvPr>
          <p:cNvGrpSpPr/>
          <p:nvPr/>
        </p:nvGrpSpPr>
        <p:grpSpPr>
          <a:xfrm>
            <a:off x="8456710" y="4503183"/>
            <a:ext cx="360" cy="360"/>
            <a:chOff x="8456710" y="4503183"/>
            <a:chExt cx="360" cy="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DCC9B1E-60C6-236F-B7F2-04DE215708CF}"/>
                    </a:ext>
                  </a:extLst>
                </p14:cNvPr>
                <p14:cNvContentPartPr/>
                <p14:nvPr/>
              </p14:nvContentPartPr>
              <p14:xfrm>
                <a:off x="8456710" y="4503183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DCC9B1E-60C6-236F-B7F2-04DE215708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38710" y="4395543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CD2912E-59F5-196D-98AE-C945E300ED64}"/>
                    </a:ext>
                  </a:extLst>
                </p14:cNvPr>
                <p14:cNvContentPartPr/>
                <p14:nvPr/>
              </p14:nvContentPartPr>
              <p14:xfrm>
                <a:off x="8456710" y="4503183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CD2912E-59F5-196D-98AE-C945E300ED6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38710" y="4395543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74CAD16-4E32-3F8E-21B6-3A10C7B8506A}"/>
                  </a:ext>
                </a:extLst>
              </p14:cNvPr>
              <p14:cNvContentPartPr/>
              <p14:nvPr/>
            </p14:nvContentPartPr>
            <p14:xfrm>
              <a:off x="8472190" y="4233183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74CAD16-4E32-3F8E-21B6-3A10C7B8506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54550" y="4125183"/>
                <a:ext cx="36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F2848A6-B16D-E0D8-B876-BC7F217CD71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23082" y="4142815"/>
            <a:ext cx="7772400" cy="2373485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77E699A8-7804-7779-EE2B-9AA73CD7063B}"/>
              </a:ext>
            </a:extLst>
          </p:cNvPr>
          <p:cNvGrpSpPr/>
          <p:nvPr/>
        </p:nvGrpSpPr>
        <p:grpSpPr>
          <a:xfrm>
            <a:off x="3616145" y="2197302"/>
            <a:ext cx="133200" cy="42840"/>
            <a:chOff x="3616145" y="2197302"/>
            <a:chExt cx="133200" cy="42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504103-F544-C913-FA0C-328C5A4751F2}"/>
                    </a:ext>
                  </a:extLst>
                </p14:cNvPr>
                <p14:cNvContentPartPr/>
                <p14:nvPr/>
              </p14:nvContentPartPr>
              <p14:xfrm>
                <a:off x="3748985" y="2239782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504103-F544-C913-FA0C-328C5A4751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30985" y="2131782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1D4EB74-06B8-D068-1213-2E7B765CC810}"/>
                    </a:ext>
                  </a:extLst>
                </p14:cNvPr>
                <p14:cNvContentPartPr/>
                <p14:nvPr/>
              </p14:nvContentPartPr>
              <p14:xfrm>
                <a:off x="3616145" y="2197302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1D4EB74-06B8-D068-1213-2E7B765CC8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98145" y="2089302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35148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711C-7478-06A2-9078-B1B70BE7B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27D69-7CA8-7F1D-0053-D6398669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Compute-Optimal</a:t>
            </a:r>
            <a:r>
              <a:rPr lang="ru-RU" dirty="0"/>
              <a:t> </a:t>
            </a:r>
            <a:r>
              <a:rPr lang="en-US" dirty="0"/>
              <a:t>Models</a:t>
            </a:r>
            <a:r>
              <a:rPr lang="ru-RU" dirty="0"/>
              <a:t> – </a:t>
            </a:r>
            <a:r>
              <a:rPr lang="en-US" dirty="0"/>
              <a:t>Approach 3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BE5D83-F1B3-E789-4FA3-5C397FBD9D79}"/>
              </a:ext>
            </a:extLst>
          </p:cNvPr>
          <p:cNvGrpSpPr/>
          <p:nvPr/>
        </p:nvGrpSpPr>
        <p:grpSpPr>
          <a:xfrm>
            <a:off x="4738454" y="1902697"/>
            <a:ext cx="1013040" cy="548280"/>
            <a:chOff x="5778720" y="3542760"/>
            <a:chExt cx="1013040" cy="5482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DE792E1-CDED-0DFE-CD69-87FDCC6F4C19}"/>
                    </a:ext>
                  </a:extLst>
                </p14:cNvPr>
                <p14:cNvContentPartPr/>
                <p14:nvPr/>
              </p14:nvContentPartPr>
              <p14:xfrm>
                <a:off x="5778720" y="3642840"/>
                <a:ext cx="531360" cy="48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DE792E1-CDED-0DFE-CD69-87FDCC6F4C1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60720" y="3535200"/>
                  <a:ext cx="567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42DB25-AE6B-3F53-4ED5-7DAE353E4C75}"/>
                    </a:ext>
                  </a:extLst>
                </p14:cNvPr>
                <p14:cNvContentPartPr/>
                <p14:nvPr/>
              </p14:nvContentPartPr>
              <p14:xfrm>
                <a:off x="5827320" y="3855600"/>
                <a:ext cx="566280" cy="38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842DB25-AE6B-3F53-4ED5-7DAE353E4C7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09680" y="3747600"/>
                  <a:ext cx="6019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B6BF4D6-539A-8E8A-9984-150B90433286}"/>
                    </a:ext>
                  </a:extLst>
                </p14:cNvPr>
                <p14:cNvContentPartPr/>
                <p14:nvPr/>
              </p14:nvContentPartPr>
              <p14:xfrm>
                <a:off x="6306120" y="3542760"/>
                <a:ext cx="485640" cy="548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B6BF4D6-539A-8E8A-9984-150B9043328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88480" y="3435120"/>
                  <a:ext cx="521280" cy="76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2E198DA-D12A-96E0-F574-5DEA11B04885}"/>
              </a:ext>
            </a:extLst>
          </p:cNvPr>
          <p:cNvGrpSpPr/>
          <p:nvPr/>
        </p:nvGrpSpPr>
        <p:grpSpPr>
          <a:xfrm>
            <a:off x="8456710" y="4503183"/>
            <a:ext cx="360" cy="360"/>
            <a:chOff x="8456710" y="4503183"/>
            <a:chExt cx="360" cy="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2DDF19B-2C50-044F-B305-37E8CC81CCF4}"/>
                    </a:ext>
                  </a:extLst>
                </p14:cNvPr>
                <p14:cNvContentPartPr/>
                <p14:nvPr/>
              </p14:nvContentPartPr>
              <p14:xfrm>
                <a:off x="8456710" y="4503183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2DDF19B-2C50-044F-B305-37E8CC81CCF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38710" y="4395543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598B66-D412-E44D-3E31-D8FCBDB016AE}"/>
                    </a:ext>
                  </a:extLst>
                </p14:cNvPr>
                <p14:cNvContentPartPr/>
                <p14:nvPr/>
              </p14:nvContentPartPr>
              <p14:xfrm>
                <a:off x="8456710" y="4503183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598B66-D412-E44D-3E31-D8FCBDB016A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38710" y="4395543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419D089-B804-1DEF-CE2A-B15D4F021FF7}"/>
                  </a:ext>
                </a:extLst>
              </p14:cNvPr>
              <p14:cNvContentPartPr/>
              <p14:nvPr/>
            </p14:nvContentPartPr>
            <p14:xfrm>
              <a:off x="8472190" y="4233183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419D089-B804-1DEF-CE2A-B15D4F021FF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54550" y="4125183"/>
                <a:ext cx="36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1FEFAF9-E2AC-FB47-DC45-67B429BAB34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65124" y="3167965"/>
            <a:ext cx="6801834" cy="3158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9DDF70-2246-BD6B-6709-04991312DA4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1733" y="2450977"/>
            <a:ext cx="4870421" cy="197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16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4B7FC-3E1B-A7CB-CE45-C0D4C176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AB80F-1B23-AB6B-13AE-74F788EE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Compute-Optimal</a:t>
            </a:r>
            <a:r>
              <a:rPr lang="ru-RU" dirty="0"/>
              <a:t> </a:t>
            </a:r>
            <a:r>
              <a:rPr lang="en-US" dirty="0"/>
              <a:t>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468D92-088D-3F51-BDE0-55F61AF8B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410" y="2208530"/>
            <a:ext cx="68707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44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B9B0-9027-BAB0-E971-496C9DEF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214E-CF06-A543-41A4-0102B1E3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Compute-Optimal</a:t>
            </a:r>
            <a:r>
              <a:rPr lang="ru-RU" dirty="0"/>
              <a:t> </a:t>
            </a:r>
            <a:r>
              <a:rPr lang="en-US" dirty="0"/>
              <a:t>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AC66AA-14C2-6C91-C3C2-5F50CCE4D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27" y="4863377"/>
            <a:ext cx="4766069" cy="1003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A6BF7F-F3EF-7537-5F0A-B90EF8471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27" y="1607419"/>
            <a:ext cx="4515664" cy="32559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D61C86-F7E8-BA97-9C75-1FF4070A1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07419"/>
            <a:ext cx="46228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BCD5-581D-B326-7D81-AE1AE5C76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D50B-2E1A-013F-4EED-04665093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Compute-Optimal</a:t>
            </a:r>
            <a:r>
              <a:rPr lang="ru-RU" dirty="0"/>
              <a:t> </a:t>
            </a:r>
            <a:r>
              <a:rPr lang="en-US" dirty="0"/>
              <a:t>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3FBF62-36A1-586D-3DB3-D3B4DEC95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1690688"/>
            <a:ext cx="4953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43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9415E-DB9E-608B-FC66-C37B38C1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F8FD-4D61-A48D-671A-2C3B921A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Compute-Optimal</a:t>
            </a:r>
            <a:r>
              <a:rPr lang="ru-RU" dirty="0"/>
              <a:t> </a:t>
            </a:r>
            <a:r>
              <a:rPr lang="en-US" dirty="0"/>
              <a:t>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18E53-85EF-89BF-1863-2334D86407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5"/>
          <a:stretch>
            <a:fillRect/>
          </a:stretch>
        </p:blipFill>
        <p:spPr>
          <a:xfrm>
            <a:off x="2395958" y="2312473"/>
            <a:ext cx="7586241" cy="403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5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35E65-B18D-FCEB-225D-0BE55443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4341-5EBD-EC8C-5C9F-0F1A981AA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Compute-Optimal</a:t>
            </a:r>
            <a:r>
              <a:rPr lang="ru-RU" dirty="0"/>
              <a:t> </a:t>
            </a:r>
            <a:r>
              <a:rPr lang="en-US" dirty="0"/>
              <a:t>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B77B26-A78A-EFDC-C2FC-8232A2907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284" y="2708606"/>
            <a:ext cx="4599278" cy="26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45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4267</TotalTime>
  <Words>176</Words>
  <Application>Microsoft Macintosh PowerPoint</Application>
  <PresentationFormat>Widescreen</PresentationFormat>
  <Paragraphs>49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LLMы</vt:lpstr>
      <vt:lpstr>Хотим</vt:lpstr>
      <vt:lpstr>Scaling Laws</vt:lpstr>
      <vt:lpstr>Scaling Laws – compute efficient</vt:lpstr>
      <vt:lpstr>Scaling Laws – predictive power law</vt:lpstr>
      <vt:lpstr>Scaling Laws – optimal for C scaling laws</vt:lpstr>
      <vt:lpstr>Scaling Laws – optimal scaling</vt:lpstr>
      <vt:lpstr>Scaling Laws – optimal batch size</vt:lpstr>
      <vt:lpstr>Scaling Laws – вывод</vt:lpstr>
      <vt:lpstr>Compute-Optimal Models</vt:lpstr>
      <vt:lpstr>Compute-Optimal Models</vt:lpstr>
      <vt:lpstr>Compute-Optimal Models – Approach 1</vt:lpstr>
      <vt:lpstr>Compute-Optimal Models – Approach 2 </vt:lpstr>
      <vt:lpstr>Compute-Optimal Models – Approach 3 </vt:lpstr>
      <vt:lpstr>Compute-Optimal Models</vt:lpstr>
      <vt:lpstr>Compute-Optimal Models</vt:lpstr>
      <vt:lpstr>Compute-Optimal Models</vt:lpstr>
      <vt:lpstr>Compute-Optimal Models</vt:lpstr>
      <vt:lpstr>Compute-Optimal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Карачун Александр</dc:creator>
  <cp:lastModifiedBy>Карачун Александр</cp:lastModifiedBy>
  <cp:revision>2</cp:revision>
  <dcterms:created xsi:type="dcterms:W3CDTF">2026-02-11T17:13:12Z</dcterms:created>
  <dcterms:modified xsi:type="dcterms:W3CDTF">2026-02-16T12:32:36Z</dcterms:modified>
</cp:coreProperties>
</file>