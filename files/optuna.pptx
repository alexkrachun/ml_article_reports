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8"/>
  </p:notesMasterIdLst>
  <p:sldIdLst>
    <p:sldId id="258" r:id="rId2"/>
    <p:sldId id="259" r:id="rId3"/>
    <p:sldId id="261" r:id="rId4"/>
    <p:sldId id="262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0"/>
    <p:restoredTop sz="92522"/>
  </p:normalViewPr>
  <p:slideViewPr>
    <p:cSldViewPr snapToGrid="0">
      <p:cViewPr>
        <p:scale>
          <a:sx n="103" d="100"/>
          <a:sy n="103" d="100"/>
        </p:scale>
        <p:origin x="160" y="14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4T02:48:10.797"/>
    </inkml:context>
    <inkml:brush xml:id="br0">
      <inkml:brushProperty name="width" value="0.2" units="cm"/>
      <inkml:brushProperty name="height" value="0.4" units="cm"/>
      <inkml:brushProperty name="color" value="#A2D762"/>
      <inkml:brushProperty name="transparency" value="204"/>
      <inkml:brushProperty name="tip" value="rectangle"/>
      <inkml:brushProperty name="rasterOp" value="maskPen"/>
    </inkml:brush>
  </inkml:definitions>
  <inkml:trace contextRef="#ctx0" brushRef="#br0">0 8,'35'0,"-1"0,0 0,5 0,6 0,3 0,-1 0,-1 0,2 0,0 0,-6 0,-5 0,-11 0,0 0,0 0,0 0,-2 0,-3 0,-2 0,-3 0,-1 0,-2 0,0 0,-1 0,-1 0,0 0,1 0,-3 0,5-1,-5 0,2 0,-1 0,-1 1,5-1,-5 0,1 0,-3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4T02:48:18.734"/>
    </inkml:context>
    <inkml:brush xml:id="br0">
      <inkml:brushProperty name="width" value="0.2" units="cm"/>
      <inkml:brushProperty name="height" value="0.4" units="cm"/>
      <inkml:brushProperty name="color" value="#A2D762"/>
      <inkml:brushProperty name="transparency" value="204"/>
      <inkml:brushProperty name="tip" value="rectangle"/>
      <inkml:brushProperty name="rasterOp" value="maskPen"/>
    </inkml:brush>
  </inkml:definitions>
  <inkml:trace contextRef="#ctx0" brushRef="#br0">1 1,'251'0,"2"0,-8 0,38 0,48 0,16 0,-4 0,-12 0,23 0,-10 0,-33 0,-48 0,-69 0,-3 0,-6 0,6 0,-18 0,-20 0,-15 0,-22 0,-5 0,-13 0,-9 0,0 0,-9 0,-3 0,15 0,-28 0,40 0,-42 0,17 0,0 0,-17 0,41 0,-42 0,16 0,-24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4T10:22:23.996"/>
    </inkml:context>
    <inkml:brush xml:id="br0">
      <inkml:brushProperty name="width" value="0.2" units="cm"/>
      <inkml:brushProperty name="height" value="0.4" units="cm"/>
      <inkml:brushProperty name="color" value="#A2D762"/>
      <inkml:brushProperty name="transparency" value="204"/>
      <inkml:brushProperty name="tip" value="rectangle"/>
      <inkml:brushProperty name="rasterOp" value="maskPen"/>
    </inkml:brush>
  </inkml:definitions>
  <inkml:trace contextRef="#ctx0" brushRef="#br0">1 1,'308'0,"2"0,-9 0,45 0,61 0,19 0,-5 0,-16 0,30 0,-13 0,-41 0,-58 0,-85 0,-4 0,-7 0,7 0,-22 0,-23 0,-20 0,-27 0,-6 0,-16 0,-11 0,1 0,-12 0,-4 0,19 0,-35 0,50 0,-52 0,21 0,0 0,-21 0,50 0,-50 0,18 0,-30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4T10:22:33.627"/>
    </inkml:context>
    <inkml:brush xml:id="br0">
      <inkml:brushProperty name="width" value="0.2" units="cm"/>
      <inkml:brushProperty name="height" value="0.4" units="cm"/>
      <inkml:brushProperty name="color" value="#A2D762"/>
      <inkml:brushProperty name="transparency" value="204"/>
      <inkml:brushProperty name="tip" value="rectangle"/>
      <inkml:brushProperty name="rasterOp" value="maskPen"/>
    </inkml:brush>
  </inkml:definitions>
  <inkml:trace contextRef="#ctx0" brushRef="#br0">1 1,'303'0,"2"0,-9 0,45 0,59 0,18 0,-4 0,-15 0,28 0,-11 0,-42 0,-55 0,-86 0,-2 0,-9 0,9 0,-22 0,-24 0,-18 0,-28 0,-5 0,-16 0,-11 0,1 0,-11 0,-4 0,17 0,-32 0,47 0,-50 0,20 0,1 0,-22 0,50 0,-49 0,17 0,-28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4T10:22:45.023"/>
    </inkml:context>
    <inkml:brush xml:id="br0">
      <inkml:brushProperty name="width" value="0.2" units="cm"/>
      <inkml:brushProperty name="height" value="0.4" units="cm"/>
      <inkml:brushProperty name="color" value="#A2D762"/>
      <inkml:brushProperty name="transparency" value="204"/>
      <inkml:brushProperty name="tip" value="rectangle"/>
      <inkml:brushProperty name="rasterOp" value="maskPen"/>
    </inkml:brush>
  </inkml:definitions>
  <inkml:trace contextRef="#ctx0" brushRef="#br0">1 1,'293'0,"2"0,-9 0,44 0,57 0,18 0,-5 0,-14 0,28 0,-12 0,-40 0,-54 0,-82 0,-3 0,-8 0,8 0,-20 0,-24 0,-18 0,-26 0,-6 0,-15 0,-10 0,1 0,-12 0,-3 0,17 0,-32 0,46 0,-49 0,21 0,-1 0,-20 0,48 0,-48 0,18 0,-29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0:25:40.592"/>
    </inkml:context>
    <inkml:brush xml:id="br0">
      <inkml:brushProperty name="width" value="0.05" units="cm"/>
      <inkml:brushProperty name="height" value="0.05" units="cm"/>
      <inkml:brushProperty name="color" value="#FF0066"/>
      <inkml:brushProperty name="transparency" value="107"/>
    </inkml:brush>
  </inkml:definitions>
  <inkml:trace contextRef="#ctx0" brushRef="#br0">425 347 24575,'29'0'0,"14"0"0,22 0 0,29 0 0,-37 0 0,3 0 0,15 0 0,4 0 0,13 0 0,1 0 0,0 0 0,-1 0 0,-5 0 0,-3 0 0,-17 0 0,-6 0 0,31 0 0,-21 0 0,-9 0 0,-3 0 0,2 0 0,5 0 0,3 0 0,8 0 0,7 0 0,2 0 0,4 0 0,-1-2 0,5-1 0,-46 1 0,1-1 0,2-1 0,0-1 0,3 1 0,1-1 0,1-1 0,-1-1 0,0 1 0,1 0 0,1 1 0,0-1 0,1 0 0,0 1 0,0 0 0,2 0 0,7-1 0,1 1 0,0 1 0,1 0 0,2-1 0,1 1 0,6 0 0,1-1 0,-2 1 0,1 1 0,4 0 0,0 0 0,0 1 0,1 1 0,1 1 0,0 0 0,-1-1 0,1-1 0,3 1 0,1-1 0,3 1 0,0-1 0,0 0 0,1 1 0,-28 1 0,1 0 0,-1 0 0,31 0 0,0 0 0,0 0 0,1 0 0,-33 0 0,1 0 0,0 0-205,3 1 0,2-1 1,0-1 204,3 1 0,1-1 0,2-1 0,5 1 0,2 0 0,2 0-489,6 0 0,3 0 0,1-1 489,-20 1 0,2-1 0,0 1 0,1-1 0,4 0 0,1 0 0,0 0 0,1-1 0,2 0 0,1-2 0,0 1 0,1-1-498,2-1 1,0 0 0,1-1 0,-1 1 497,3-1 0,-1 0 0,1 1 0,1 0 0,1 0 0,1 0 0,1 1 0,0 1 0,-18 0 0,1 2 0,0-1 0,1 1 0,-1 0-454,2 0 0,-1 0 1,0 1-1,1-1 1,2 1 453,5 0 0,1-1 0,2 1 0,-1 1 0,0-1 0,-1 0 0,0 0 0,0 0 0,0 0 0,-1 0 0,1-1 0,-1 1 0,0-1 0,0 1 0,-1-1 0,1 1 0,-1 0 0,0 1 0,-1-1 0,0 0 0,-6 0 0,0 0 0,0 0 0,-1-1 0,1 1 0,1 0 0,1-1 0,-1 1 0,1 0 0,-1-1-235,-2 1 0,0 0 1,-1 0-1,0-1 1,0 1 234,17-1 0,0 0 0,-1 0 0,0 0 0,-2 0 0,0 0 0,0 1 0,-1-1 0,-2 1 0,-1 0 0,0 0 0,0 1-23,-3-1 1,-1 1-1,0-1 1,-1 1 22,-4 0 0,0 0 0,-1 0 0,-2 0 0,14 0 0,-2 0 0,-3 0 462,-9 0 0,-3 1 0,-2 0-462,19 3 0,-5 0 1144,-16 2 1,-3 2-1145,-3 1 0,-2 2 1027,-4 0 1,-2 2-1028,2 0 0,0 1 812,3 3 0,1 0-812,-3 0 0,0 1 123,-1 1 1,-3-1-124,-4 0 0,-3 0 0,31 15 0,-14 1 0,-10 2 0,-5 5 0,-4 8 0,-1 12 0,-1 12 0,1 9 0,-21-39 0,-2 1 0,18 40 0,-7-4 0,-8-9 0,-9-6 0,-7-1 0,-5-1 0,-3 6 0,0 10 0,-3 7 0,0-38 0,-3 0 0,-3 3 0,-3 0 0,-4 3 0,-2 0 0,-2 1 0,-1 0 0,-1 0 0,-1-1 0,-1-2 0,0-1 0,-2-2 0,-1-1 0,-2 2 0,-3 1 0,-2 0 0,-1 0 0,-2 0 0,-1 0 0,-1-1 0,-1-1 0,2-3 0,-2-2 0,2-3 0,-1-2 0,0 0 0,-3-1 0,-5 1 0,-2 0 0,-2 0 0,-2 0 0,-4 0 0,-1-1 0,-1-1 0,0 0 0,-1-2 0,-1-1 0,-2 0 0,0-1 0,0-2 0,0-2 0,0-1 0,1-2 0,2-3 0,0-2 0,3-1 0,-1-1 0,-4 1 0,0-2 0,-3-1 0,-1 0 0,-6 1 0,-3 1 0,-7 0 0,-2 0 0,-3 1 0,0 0 0,25-5 0,-1-1 0,-1 0-156,-2 1 0,0 0 0,-1 0 156,-2 0 0,-1 1 0,0 0 0,-3 1 0,-1-1 0,0 0 0,-1 1 0,-1 1 0,1-1 0,0-1 0,0 0 0,1-1 0,2 0 0,0-2 0,0 0 0,1-1 0,1 0 0,-1-2 0,1 0 0,0-2 0,0 0 0,-2-2 0,1 0 0,-1-1 0,-3 0 0,0-1 0,0 0 0,-4 0 0,1-1 0,-1 1 0,-2 0 0,0 0 0,0 1-297,-3 1 0,0-1 0,0 2 297,-1-1 0,-1 1 0,1 0 0,-1 1 0,-1 0 0,1 0 0,-2 0 0,1 0 0,-1 1 0,1 0 0,1 0 0,0 0 0,2 0 0,0 1 0,0-1 0,2 0 0,0-1 0,0 2 0,0-1 0,0 1 0,0 0 0,-1 0 0,1 0 0,-1 0 0,-1 0 0,1 0 0,-2 1 0,0-1 0,0 0 0,-1 0 0,0-1 0,-2-1 0,1 1 0,-2-1 0,-1 0 0,1 0 0,-1 0 0,0 0 0,1 0 0,-1 0 0,1 0 0,0 0 0,3 1 0,0 0 0,0 1 0,0 0 0,1 0 0,0 1 0,0 1 0,0 0 0,1 1 0,-1 0 0,1 2 0,0 1 0,-1 0 0,1 2 0,0 0 0,4 0 0,-1 0 0,2 0 0,3 0 0,0-1 0,1 0 0,3-1 0,1 0 0,1 0 0,1-2 0,1 0 0,0-1-45,4 0 0,1-2 1,1 1 44,-25 5 0,1-1 0,5-1 0,1-1 0,7-1 0,1 0 222,1 0 0,2 1-222,6-2 0,2 0 452,6-1 1,3-1-453,3 0 0,2-1 144,-39 5-144,5-4 0,5-1 0,5-3 0,1 1 0,-3 0 0,-7 2 0,-7 1 0,-5-1 0,44-5 0,-1-1 0,1 0 0,-1-1 0,-1-1 0,1 0 0,-47-1 0,2 0 0,1 0 0,45 0 0,-1 0 0,-2 0 0,-1 0 0,1 0 0,0 0 0,1 0 0,0-2 0,-44-2 0,4-7 0,0-7 0,0-2 0,1-2 0,-5 4 0,46 9 0,-1 0 0,0 1 0,-1-1 0,1 1 0,2 0 0,-39-9 0,12 0 0,12 4 0,7 2 0,6 3 0,4 6 0,-2 0 0,-6 2 0,-7 0 0,-4 0 0,3 0 0,8 0 0,9 0 0,8 0 0,6-2 0,0 0 0,2 0 0,0-1 0,1 1 0,-3-2 0,-4-1 0,-7-2 0,-6-3 0,-1-3 0,-5-5 0,0-2 0,0-2 0,-1-3 0,5 0 0,7-3 0,5-4 0,3-2 0,2-1 0,-1-3 0,2 0 0,4 0 0,5 1 0,6 3 0,5 2 0,4 0 0,3-5 0,2-9 0,1-13 0,1-14 0,0-9 0,0 33 0,0-2 0,0-7 0,0-1 0,0-6 0,0-2 0,0-5 0,0 0 0,1 3 0,0 0 0,0 5 0,1 1 0,-1 4 0,1 2 0,0 4 0,0 2 0,0 0 0,-1-1 0,0 2 0,0 1 0,1-45 0,-2 8 0,2 16 0,1 10 0,2 9 0,-1 1 0,0-10 0,-1-9 0,0-11 0,-1-7 0,3-4 0,-2 42 0,2-1 0,1-3 0,1-1 0,1-2 0,0 1 0,-1 0 0,-1 1 0,3-39 0,-4 19 0,-4 20 0,-1 11 0,0 3 0,0 0 0,0-2 0,0-3 0,0-6 0,3-8 0,2-3 0,2 3 0,1 10 0,-3 13 0,-1 8 0,1 5 0,0-3 0,2-5 0,1-4 0,-1-4 0,-3 2 0,-2 2 0,0 1 0,0 0 0,2-1 0,0 2 0,0 4 0,2 7 0,-2 7 0,0 4 0,1 2 0,-2 0 0,1-3 0,2 1 0,-3-1 0,2 3 0,-1 3 0,-1 0 0,2 0 0,0-2 0,1-1 0,-1 1 0,1 3 0,-1 3 0,3 2 0,1-2 0,2-1 0,1-1 0,-1 1 0,0 1 0,0 0 0,2-2 0,0-1 0,-2-1 0,-3 1 0,-4 4 0,-2-1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1:05:19.9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0 480 24575,'23'-12'0,"20"-15"0,16-15 0,7-7 0,-2-3 0,-16 10 0,-7 2 0,-6 5 0,-6 5 0,-7 4 0,-5 4 0,-3 2 0,-1 1 0,-2 1 0,-1 2 0,-3 2 0,-3 3 0,-2 6 0,-2 9 0,-4 12 0,-3 16 0,-5 18 0,-5 16 0,1 4 0,2-6 0,6-6 0,4-8 0,2 6 0,2 3 0,0-3 0,0-6 0,0-6 0,0-7 0,0-1 0,0-1 0,0-1 0,0-4 0,0-6 0,0-7 0,0-5 0,2-2 0,1 0 0,1 1 0,-1 2 0,1 0 0,-1-2 0,-1-2 0,-1-2 0,0-1 0,1 1 0,1 0 0,-1 2 0,0-1 0,-1-2 0,0-1 0,-1-3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1:05:24.1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258 571 24575,'-15'0'0,"-1"-2"0,-3-4 0,-2-6 0,-2-8 0,-4-14 0,1-5 0,3-2 0,7 2 0,8 6 0,5-4 0,2-7 0,7-3 0,8-1 0,8 4 0,5 8 0,-2 8 0,-2 8 0,-2 6 0,-1 5 0,1 1 0,2 2 0,4 4 0,5 0 0,5 2 0,5 7 0,2 9 0,1 11 0,-4 12 0,-4 6 0,-7 4 0,-7 0 0,-6 0 0,-4-1 0,-5 2 0,-3 3 0,-4 2 0,-6-3 0,-6-2 0,-10 0 0,-11 3 0,-3 0 0,-6 2 0,-6 3 0,-2-2 0,3-3 0,6-8 0,10-14 0,5-6 0,3-3 0,2-2 0,-1 2 0,-2 2 0,-5 5 0,-1 1 0,-1 2 0,1-2 0,5-4 0,4-6 0,6-4 0,5-5 0,3-3 0,3-4 0,1-4 0,1-5 0,0-5 0,2-8 0,7-10 0,6-2 0,5 2 0,1 5 0,-2 8 0,1 4 0,1 2 0,3 2 0,4 1 0,2 2 0,1 1 0,0 2 0,-4 1 0,-2 1 0,-1 6 0,0 7 0,4 11 0,1 7 0,0-1 0,-4-4 0,-7-7 0,-3-6 0,0-3 0,0-2 0,3 1 0,2-2 0,2 0 0,0-1 0,0 0 0,1-1 0,1-1 0,1-3 0,4-1 0,3-1 0,1 0 0,3-2 0,1-5 0,-3-3 0,-2-4 0,-2-1 0,-5 1 0,-2-1 0,-2 0 0,-4 1 0,-3 3 0,-3 4 0,-5 3 0,-2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1:05:27.9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338 288 24575,'-2'-10'0,"1"-4"0,1-10 0,0-10 0,4-5 0,8-3 0,15 0 0,9 8 0,5 8 0,-3 11 0,-6 10 0,-4 3 0,-7 2 0,-4 0 0,-3 2 0,0 6 0,7 16 0,4 15 0,3 13 0,-1 5 0,-6-4 0,-4 0 0,-7-1 0,-5 4 0,-3 3 0,-7 0 0,-8-1 0,-7-7 0,-10-5 0,-3-8 0,-4-4 0,-3-4 0,-4-4 0,-3-2 0,0-6 0,5-5 0,10-6 0,10-4 0,11-4 0,6-4 0,3-4 0,2-4 0,4-1 0,5-1 0,8 2 0,14-1 0,8 1 0,9 1 0,2 4 0,-3 5 0,-6 1 0,-9 2 0,-6 2 0,-5 3 0,-3 6 0,-2 5 0,-3 3 0,-2 2 0,0 0 0,-1 3 0,-1 4 0,0 5 0,-3 6 0,-3 2 0,-1 0 0,-2-2 0,-3-1 0,-7 1 0,-5 2 0,-8 0 0,-4 0 0,-2-3 0,-4-3 0,-2-2 0,-3-3 0,-4-4 0,-1-3 0,-1-5 0,-2-3 0,-1-2 0,0-3 0,0-3 0,4-3 0,4-2 0,3-1 0,7-5 0,2-4 0,2-6 0,2-3 0,1-3 0,6 2 0,4 3 0,3 4 0,5 4 0,1 1 0,2-1 0,1 3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1:05:43.8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1 24575,'0'34'0,"0"9"0,0 11 0,0 6 0,0-8 0,-1 2 0,-3-2 0,0-8 0,-1-9 0,1-10 0,3-8 0,0-3 0,1-2 0,0-3 0,2-4 0,8-2 0,7-2 0,11-1 0,4-1 0,2-4 0,-3-3 0,-4-4 0,-4-1 0,-2-2 0,-2-1 0,-1 0 0,-1-1 0,-1 0 0,-3 2 0,-2 1 0,0 0 0,-3-4 0,-1-4 0,-2-4 0,-2 0 0,-1 4 0,-1 4 0,-1 3 0,0 1 0,0 2 0,0 1 0,0 5 0,0 6 0,0 11 0,0 12 0,0 14 0,0 14 0,0 8 0,0 1 0,0-3 0,0-3 0,1-1 0,3-3 0,0-4 0,1-4 0,0-2 0,0-2 0,-1-5 0,0-6 0,-2-6 0,0-6 0,1-3 0,-2-2 0,0-2 0,-1-3 0,0-2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1:05:46.4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135 0 24575,'0'15'0,"0"16"0,0 19 0,0 15 0,0 4 0,0-11 0,1-11 0,1-15 0,1-11 0,-1-7 0,-1-6 0,1-3 0,1-2 0,2-4 0,3-5 0,7-5 0,15-8 0,13 0 0,7 4 0,1 8 0,-7 11 0,-2 9 0,-2 6 0,-4 7 0,-3 1 0,-6 2 0,-5 0 0,-5 0 0,-4 2 0,-4-1 0,-4 1 0,-2-1 0,-3 2 0,-4 5 0,-9 7 0,-12 5 0,-12 0 0,-8-4 0,-1-8 0,-2-8 0,-1-9 0,-2-7 0,0-6 0,2-2 0,5-4 0,7-1 0,7-1 0,5-2 0,4-2 0,3-3 0,2-2 0,3 2 0,4 1 0,3 1 0,3 4 0,2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1:05:47.8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414 1 24575,'-21'0'0,"-2"0"0,-2 0 0,-1 0 0,2 0 0,0 0 0,-2 0 0,1 0 0,3 0 0,2 0 0,2 0 0,-1 0 0,0 0 0,-3 0 0,2 0 0,2 0 0,3 0 0,3 0 0,2 0 0,1 0 0,3 0 0,0 0 0,4 0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1:06:10.3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404 25 24575,'-11'-3'0,"-4"-1"0,-4 0 0,-4-1 0,-1 0 0,-7 3 0,-1 1 0,0 2 0,3 2 0,7 3 0,2 4 0,2 2 0,1 1 0,3 3 0,0 1 0,2 1 0,1 1 0,0 3 0,1 2 0,0 4 0,1 3 0,1 2 0,2 1 0,2-1 0,2 0 0,2-1 0,0 0 0,2-1 0,3-3 0,5-3 0,7-3 0,5-4 0,3-4 0,4-2 0,4-4 0,3-2 0,2-3 0,1-3 0,0 0 0,0-4 0,-3-5 0,-5-5 0,-4-5 0,-4-2 0,-3-1 0,-3-4 0,-2-1 0,-3-1 0,-2 0 0,-1 1 0,-2-1 0,-3-1 0,-3 2 0,-1-1 0,0 4 0,0 3 0,0 4 0,-1 3 0,-2 1 0,-1 1 0,-2 0 0,-2 2 0,1 1 0,-1 2 0,3 2 0,1 1 0,1 1 0,0 1 0,-2 1 0,-3-1 0,-3 1 0,-1 0 0,4 0 0,3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1:06:28.0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332 5 24575,'-6'-1'0,"-3"-1"0,-3 1 0,-2 0 0,-2 1 0,0 0 0,0 0 0,1 2 0,1 2 0,1 1 0,3 2 0,2-1 0,-1 2 0,-1 2 0,-2 1 0,-1 3 0,0 2 0,1 1 0,2 1 0,0 0 0,1 0 0,0 3 0,0 3 0,1 4 0,1 2 0,-1 0 0,2-1 0,-1-1 0,-1-2 0,1 1 0,1 0 0,3-1 0,0-1 0,2-1 0,-1 0 0,1 2 0,1 1 0,0-1 0,2 0 0,2-4 0,4-2 0,5-2 0,6 0 0,4 1 0,4 0 0,2-2 0,-2-4 0,-1-5 0,-5-5 0,-1-2 0,-3-1 0,-1-1 0,-1-4 0,2-4 0,0-6 0,-1-3 0,-2-3 0,-2 0 0,0 1 0,-1 0 0,-3 1 0,0 1 0,-3 1 0,0 2 0,-1 0 0,0 2 0,1-1 0,0 0 0,0 2 0,-1 1 0,-1 3 0,-1 2 0,-2 0 0,0 1 0,1-3 0,0 0 0,0 0 0,0 1 0,0-1 0,-1-1 0,0-1 0,1 1 0,0 2 0,0 2 0,-5 3 0,-5 1 0,-7 0 0,-4 1 0,-5 0 0,2 0 0,5 0 0,7 0 0,4 0 0,3 0 0,-1 0 0,0 0 0,-1 0 0,2 0 0,2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1:06:34.2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411 29 24575,'-3'-6'0,"0"0"0,-3 1 0,-2 1 0,-1 2 0,-2 0 0,0 0 0,-2 1 0,0 1 0,1 0 0,-1 0 0,0 0 0,-2 0 0,-2 0 0,-3 0 0,1 0 0,0 2 0,2 2 0,3 1 0,3 0 0,3 1 0,1-2 0,1 3 0,-2-1 0,-1 3 0,-1 4 0,0 3 0,-1 1 0,0 1 0,2 0 0,1 0 0,0 0 0,2-1 0,0-1 0,1 0 0,1-1 0,1 1 0,-1 2 0,-1 5 0,-1 4 0,-1 2 0,1-2 0,2-5 0,2-3 0,2-3 0,0-1 0,0 0 0,0 1 0,0 1 0,0-2 0,1 1 0,2 0 0,2 0 0,2-1 0,1-1 0,0-2 0,1-1 0,1 0 0,1 0 0,3 2 0,3 0 0,1-1 0,-1-2 0,1-1 0,1-2 0,3-2 0,2-3 0,1-1 0,0-1 0,-2 0 0,0 0 0,-2 0 0,-1 0 0,-4-1 0,-3-1 0,-1-1 0,-2-2 0,0 1 0,-2-1 0,1-2 0,0 1 0,-1-1 0,-4 4 0,-1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98963-B5AB-E04F-B9C3-807F767EF0A6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1BB732-322E-DA40-B97C-EF833248B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6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1BB732-322E-DA40-B97C-EF833248B1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733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1BB732-322E-DA40-B97C-EF833248B1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167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1BB732-322E-DA40-B97C-EF833248B1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21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DE07-5B27-234F-9229-3B1E9D39A915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8FC9-59B8-7940-8D7F-A78FF0A3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68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DE07-5B27-234F-9229-3B1E9D39A915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8FC9-59B8-7940-8D7F-A78FF0A3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9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DE07-5B27-234F-9229-3B1E9D39A915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8FC9-59B8-7940-8D7F-A78FF0A3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39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DE07-5B27-234F-9229-3B1E9D39A915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8FC9-59B8-7940-8D7F-A78FF0A3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52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DE07-5B27-234F-9229-3B1E9D39A915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8FC9-59B8-7940-8D7F-A78FF0A3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62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DE07-5B27-234F-9229-3B1E9D39A915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8FC9-59B8-7940-8D7F-A78FF0A3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6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DE07-5B27-234F-9229-3B1E9D39A915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8FC9-59B8-7940-8D7F-A78FF0A3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6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DE07-5B27-234F-9229-3B1E9D39A915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8FC9-59B8-7940-8D7F-A78FF0A3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1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DE07-5B27-234F-9229-3B1E9D39A915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8FC9-59B8-7940-8D7F-A78FF0A3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81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DE07-5B27-234F-9229-3B1E9D39A915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8FC9-59B8-7940-8D7F-A78FF0A3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19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BDE07-5B27-234F-9229-3B1E9D39A915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F8FC9-59B8-7940-8D7F-A78FF0A3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5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57BDE07-5B27-234F-9229-3B1E9D39A915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43F8FC9-59B8-7940-8D7F-A78FF0A3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970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24" Type="http://schemas.openxmlformats.org/officeDocument/2006/relationships/image" Target="../media/image14.png"/><Relationship Id="rId32" Type="http://schemas.openxmlformats.org/officeDocument/2006/relationships/image" Target="../media/image18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6.png"/><Relationship Id="rId10" Type="http://schemas.openxmlformats.org/officeDocument/2006/relationships/image" Target="../media/image7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3.xml"/><Relationship Id="rId30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149D-8B52-D5E5-A1B6-D506EECA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460" y="4004898"/>
            <a:ext cx="10515600" cy="958342"/>
          </a:xfrm>
        </p:spPr>
        <p:txBody>
          <a:bodyPr>
            <a:normAutofit/>
          </a:bodyPr>
          <a:lstStyle/>
          <a:p>
            <a:pPr>
              <a:lnSpc>
                <a:spcPts val="1350"/>
              </a:lnSpc>
            </a:pPr>
            <a:r>
              <a:rPr lang="en-US" sz="7200" dirty="0">
                <a:solidFill>
                  <a:srgbClr val="F47067"/>
                </a:solidFill>
                <a:latin typeface="Menlo" panose="020B0609030804020204" pitchFamily="49" charset="0"/>
              </a:rPr>
              <a:t>import</a:t>
            </a:r>
            <a:r>
              <a:rPr lang="en-US" sz="7200" dirty="0">
                <a:solidFill>
                  <a:srgbClr val="ADBAC7"/>
                </a:solidFill>
                <a:latin typeface="Menlo" panose="020B0609030804020204" pitchFamily="49" charset="0"/>
              </a:rPr>
              <a:t> </a:t>
            </a:r>
            <a:r>
              <a:rPr lang="en-US" sz="7200" dirty="0" err="1">
                <a:solidFill>
                  <a:srgbClr val="F69D50"/>
                </a:solidFill>
                <a:latin typeface="Menlo" panose="020B0609030804020204" pitchFamily="49" charset="0"/>
              </a:rPr>
              <a:t>optuna</a:t>
            </a:r>
            <a:endParaRPr lang="en-US" sz="7200" dirty="0">
              <a:solidFill>
                <a:srgbClr val="ADBAC7"/>
              </a:solidFill>
              <a:latin typeface="Menlo" panose="020B0609030804020204" pitchFamily="49" charset="0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AF527B6-C7A9-5558-B15C-91E34D266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1561" y="568562"/>
            <a:ext cx="1860977" cy="1860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0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EEDE13-2D69-2186-A13D-7AD975CDC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882" y="2002872"/>
            <a:ext cx="6410236" cy="81280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F7C097-8D4A-6467-0C8C-3D9C7244A7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93"/>
          <a:stretch>
            <a:fillRect/>
          </a:stretch>
        </p:blipFill>
        <p:spPr>
          <a:xfrm>
            <a:off x="9397387" y="501114"/>
            <a:ext cx="2573357" cy="77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95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6188E-FC65-D7EC-1230-95407DB01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7B8A1D-6062-06FD-BF9F-1DA70E1AF62A}"/>
              </a:ext>
            </a:extLst>
          </p:cNvPr>
          <p:cNvSpPr txBox="1"/>
          <p:nvPr/>
        </p:nvSpPr>
        <p:spPr>
          <a:xfrm>
            <a:off x="1106589" y="4428648"/>
            <a:ext cx="29391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- Независимый перебор</a:t>
            </a:r>
          </a:p>
          <a:p>
            <a:endParaRPr lang="en-US" dirty="0"/>
          </a:p>
          <a:p>
            <a:r>
              <a:rPr lang="ru-RU" dirty="0"/>
              <a:t>- Относительный перебор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A7866D-813F-5AEE-F162-C42799ECC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Как?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3A71A5-675C-43DB-A7C3-77B7EAD898F8}"/>
              </a:ext>
            </a:extLst>
          </p:cNvPr>
          <p:cNvSpPr txBox="1"/>
          <p:nvPr/>
        </p:nvSpPr>
        <p:spPr>
          <a:xfrm>
            <a:off x="1106589" y="3547869"/>
            <a:ext cx="4855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Умный перебор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D1714D-7805-CC1F-CECD-42EAC90B668E}"/>
              </a:ext>
            </a:extLst>
          </p:cNvPr>
          <p:cNvSpPr txBox="1"/>
          <p:nvPr/>
        </p:nvSpPr>
        <p:spPr>
          <a:xfrm>
            <a:off x="6385977" y="4428648"/>
            <a:ext cx="4338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</a:t>
            </a:r>
            <a:r>
              <a:rPr lang="ru-RU" dirty="0"/>
              <a:t>Запоминаем промежуточные </a:t>
            </a:r>
            <a:r>
              <a:rPr lang="ru-RU" dirty="0" err="1"/>
              <a:t>лоссы</a:t>
            </a:r>
            <a:endParaRPr lang="ru-RU" dirty="0"/>
          </a:p>
          <a:p>
            <a:endParaRPr lang="ru-RU" dirty="0"/>
          </a:p>
          <a:p>
            <a:r>
              <a:rPr lang="ru-RU" dirty="0"/>
              <a:t>- Выбрасываем не многообещающие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B45B34-A8EB-C3B7-D2D1-22C9790B2AE3}"/>
              </a:ext>
            </a:extLst>
          </p:cNvPr>
          <p:cNvSpPr txBox="1"/>
          <p:nvPr/>
        </p:nvSpPr>
        <p:spPr>
          <a:xfrm>
            <a:off x="6665466" y="3547869"/>
            <a:ext cx="3601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/>
              <a:t>Отбраковывание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6129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FF042C1-DB62-1532-BF29-A0874722B09A}"/>
              </a:ext>
            </a:extLst>
          </p:cNvPr>
          <p:cNvSpPr txBox="1"/>
          <p:nvPr/>
        </p:nvSpPr>
        <p:spPr>
          <a:xfrm>
            <a:off x="606056" y="770616"/>
            <a:ext cx="9813852" cy="528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optuna</a:t>
            </a:r>
            <a:endParaRPr lang="en-US" sz="900" b="0" dirty="0">
              <a:solidFill>
                <a:srgbClr val="ADBAC7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...</a:t>
            </a:r>
            <a:endParaRPr lang="en-US" sz="900" b="0" dirty="0">
              <a:solidFill>
                <a:srgbClr val="ADBAC7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</a:br>
            <a:endParaRPr lang="en-US" sz="900" b="0" dirty="0">
              <a:solidFill>
                <a:srgbClr val="ADBAC7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>
                <a:solidFill>
                  <a:srgbClr val="DCBDFB"/>
                </a:solidFill>
                <a:effectLst/>
                <a:latin typeface="Menlo" panose="020B0609030804020204" pitchFamily="49" charset="0"/>
              </a:rPr>
              <a:t>objective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trial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):</a:t>
            </a:r>
            <a:endParaRPr lang="ru-RU" sz="900" b="0" dirty="0">
              <a:solidFill>
                <a:srgbClr val="ADBAC7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900" dirty="0">
                <a:solidFill>
                  <a:srgbClr val="ADBAC7"/>
                </a:solidFill>
                <a:latin typeface="Menlo" panose="020B0609030804020204" pitchFamily="49" charset="0"/>
              </a:rPr>
              <a:t>	# </a:t>
            </a:r>
            <a:r>
              <a:rPr lang="ru-RU" sz="900" dirty="0">
                <a:solidFill>
                  <a:srgbClr val="ADBAC7"/>
                </a:solidFill>
                <a:latin typeface="Menlo" panose="020B0609030804020204" pitchFamily="49" charset="0"/>
              </a:rPr>
              <a:t> создаем </a:t>
            </a:r>
            <a:r>
              <a:rPr lang="ru-RU" sz="900" dirty="0" err="1">
                <a:solidFill>
                  <a:srgbClr val="ADBAC7"/>
                </a:solidFill>
                <a:latin typeface="Menlo" panose="020B0609030804020204" pitchFamily="49" charset="0"/>
              </a:rPr>
              <a:t>гиперпараметры</a:t>
            </a:r>
            <a:endParaRPr lang="en-US" sz="900" dirty="0">
              <a:solidFill>
                <a:srgbClr val="ADBAC7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900" b="0" dirty="0">
              <a:solidFill>
                <a:srgbClr val="ADBAC7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n_layers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trial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.suggest_int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900" b="0" dirty="0" err="1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n_layers</a:t>
            </a:r>
            <a:r>
              <a:rPr lang="en-US" sz="9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ts val="1350"/>
              </a:lnSpc>
            </a:pPr>
            <a:endParaRPr lang="en-US" sz="900" b="0" dirty="0">
              <a:solidFill>
                <a:srgbClr val="ADBAC7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layers 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[]</a:t>
            </a:r>
          </a:p>
          <a:p>
            <a:pPr lvl="1">
              <a:lnSpc>
                <a:spcPts val="1350"/>
              </a:lnSpc>
            </a:pP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n_layers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2">
              <a:lnSpc>
                <a:spcPts val="1350"/>
              </a:lnSpc>
            </a:pP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n_units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trial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.suggest_int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 err="1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900" b="0" dirty="0" err="1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'n_units_l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US" sz="9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128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2">
              <a:lnSpc>
                <a:spcPts val="1350"/>
              </a:lnSpc>
            </a:pP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layers.</a:t>
            </a:r>
            <a:r>
              <a:rPr lang="en-US" sz="900" b="0" dirty="0" err="1">
                <a:solidFill>
                  <a:srgbClr val="DCBDFB"/>
                </a:solidFill>
                <a:effectLst/>
                <a:latin typeface="Menlo" panose="020B0609030804020204" pitchFamily="49" charset="0"/>
              </a:rPr>
              <a:t>append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n_units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2">
              <a:lnSpc>
                <a:spcPts val="1350"/>
              </a:lnSpc>
            </a:pPr>
            <a:endParaRPr lang="en-US" sz="900" dirty="0">
              <a:solidFill>
                <a:srgbClr val="ADBAC7"/>
              </a:solidFill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endParaRPr lang="en-US" sz="900" dirty="0">
              <a:solidFill>
                <a:srgbClr val="ADBAC7"/>
              </a:solidFill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sz="1000" dirty="0">
                <a:solidFill>
                  <a:srgbClr val="ADBAC7"/>
                </a:solidFill>
                <a:latin typeface="Menlo" panose="020B0609030804020204" pitchFamily="49" charset="0"/>
              </a:rPr>
              <a:t># </a:t>
            </a:r>
            <a:r>
              <a:rPr lang="ru-RU" sz="1000" dirty="0">
                <a:solidFill>
                  <a:srgbClr val="ADBAC7"/>
                </a:solidFill>
                <a:latin typeface="Menlo" panose="020B0609030804020204" pitchFamily="49" charset="0"/>
              </a:rPr>
              <a:t> создаем, учим и оцениваем модель</a:t>
            </a:r>
            <a:endParaRPr lang="en-US" sz="1000" b="0" dirty="0">
              <a:solidFill>
                <a:srgbClr val="ADBAC7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clf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MLPClassifier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hidden_layer_sizes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tuple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(layers), </a:t>
            </a:r>
            <a:r>
              <a:rPr lang="en-US" sz="9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max_iter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200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random_state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42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ts val="1350"/>
              </a:lnSpc>
            </a:pP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mnist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 err="1">
                <a:solidFill>
                  <a:srgbClr val="DCBDFB"/>
                </a:solidFill>
                <a:effectLst/>
                <a:latin typeface="Menlo" panose="020B0609030804020204" pitchFamily="49" charset="0"/>
              </a:rPr>
              <a:t>fetch_openml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'mnist_784'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version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as_frame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2">
              <a:lnSpc>
                <a:spcPts val="1350"/>
              </a:lnSpc>
            </a:pP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X_train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X_test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y_train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y_test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 err="1">
                <a:solidFill>
                  <a:srgbClr val="DCBDFB"/>
                </a:solidFill>
                <a:effectLst/>
                <a:latin typeface="Menlo" panose="020B0609030804020204" pitchFamily="49" charset="0"/>
              </a:rPr>
              <a:t>train_test_split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 lvl="2">
              <a:lnSpc>
                <a:spcPts val="1350"/>
              </a:lnSpc>
            </a:pP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mnist.data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mnist.target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test_size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0.2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random_state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42</a:t>
            </a:r>
            <a:endParaRPr lang="en-US" sz="900" b="0" dirty="0">
              <a:solidFill>
                <a:srgbClr val="ADBAC7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ts val="1350"/>
              </a:lnSpc>
            </a:pP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clf.</a:t>
            </a:r>
            <a:r>
              <a:rPr lang="en-US" sz="900" b="0" dirty="0" err="1">
                <a:solidFill>
                  <a:srgbClr val="DCBDFB"/>
                </a:solidFill>
                <a:effectLst/>
                <a:latin typeface="Menlo" panose="020B0609030804020204" pitchFamily="49" charset="0"/>
              </a:rPr>
              <a:t>fit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X_train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y_train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ts val="1350"/>
              </a:lnSpc>
            </a:pP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accuracy 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clf.</a:t>
            </a:r>
            <a:r>
              <a:rPr lang="en-US" sz="900" b="0" dirty="0" err="1">
                <a:solidFill>
                  <a:srgbClr val="DCBDFB"/>
                </a:solidFill>
                <a:effectLst/>
                <a:latin typeface="Menlo" panose="020B0609030804020204" pitchFamily="49" charset="0"/>
              </a:rPr>
              <a:t>score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X_test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y_test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ts val="1350"/>
              </a:lnSpc>
            </a:pP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accuracy</a:t>
            </a:r>
          </a:p>
          <a:p>
            <a:pPr lvl="1">
              <a:lnSpc>
                <a:spcPts val="1350"/>
              </a:lnSpc>
            </a:pPr>
            <a:b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</a:br>
            <a:endParaRPr lang="en-US" sz="900" b="0" dirty="0">
              <a:solidFill>
                <a:srgbClr val="ADBAC7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study 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optuna</a:t>
            </a: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.create_study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direction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'minimize'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study.optimize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900" b="0" dirty="0">
                <a:solidFill>
                  <a:srgbClr val="DCBDFB"/>
                </a:solidFill>
                <a:effectLst/>
                <a:latin typeface="Menlo" panose="020B0609030804020204" pitchFamily="49" charset="0"/>
              </a:rPr>
              <a:t>objective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9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n_trials</a:t>
            </a:r>
            <a:r>
              <a:rPr lang="en-US" sz="9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9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100</a:t>
            </a:r>
            <a:r>
              <a:rPr lang="en-US" sz="9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DF0582F-D1A7-1CF1-DF53-1340DF78516A}"/>
                  </a:ext>
                </a:extLst>
              </p14:cNvPr>
              <p14:cNvContentPartPr/>
              <p14:nvPr/>
            </p14:nvContentPartPr>
            <p14:xfrm>
              <a:off x="1677449" y="1601722"/>
              <a:ext cx="315720" cy="32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DF0582F-D1A7-1CF1-DF53-1340DF7851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1449" y="1520722"/>
                <a:ext cx="387360" cy="1648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20CDF3B-1099-1ADC-A23B-999C0D4E6239}"/>
                  </a:ext>
                </a:extLst>
              </p14:cNvPr>
              <p14:cNvContentPartPr/>
              <p14:nvPr/>
            </p14:nvContentPartPr>
            <p14:xfrm>
              <a:off x="1916691" y="2157686"/>
              <a:ext cx="2297862" cy="32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20CDF3B-1099-1ADC-A23B-999C0D4E623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80663" y="2151286"/>
                <a:ext cx="2369558" cy="1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2F03C7A-28CE-CFDE-AEFA-C661D2A25271}"/>
                  </a:ext>
                </a:extLst>
              </p14:cNvPr>
              <p14:cNvContentPartPr/>
              <p14:nvPr/>
            </p14:nvContentPartPr>
            <p14:xfrm>
              <a:off x="2335097" y="2875352"/>
              <a:ext cx="2818793" cy="32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2F03C7A-28CE-CFDE-AEFA-C661D2A2527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99065" y="2868952"/>
                <a:ext cx="2890497" cy="1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FE9CF14-2688-4B09-A02F-EF30C6487CB6}"/>
                  </a:ext>
                </a:extLst>
              </p14:cNvPr>
              <p14:cNvContentPartPr/>
              <p14:nvPr/>
            </p14:nvContentPartPr>
            <p14:xfrm>
              <a:off x="1234246" y="5527111"/>
              <a:ext cx="2772489" cy="32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FE9CF14-2688-4B09-A02F-EF30C6487CB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98216" y="5520711"/>
                <a:ext cx="2844188" cy="1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2FF812E-1E77-BAD0-FD87-33DDF089B831}"/>
                  </a:ext>
                </a:extLst>
              </p14:cNvPr>
              <p14:cNvContentPartPr/>
              <p14:nvPr/>
            </p14:nvContentPartPr>
            <p14:xfrm>
              <a:off x="696352" y="5701679"/>
              <a:ext cx="2682194" cy="32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2FF812E-1E77-BAD0-FD87-33DDF089B83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0320" y="5695279"/>
                <a:ext cx="2753897" cy="1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2F0467E-A156-8955-4CA3-855F9BE72CEA}"/>
                  </a:ext>
                </a:extLst>
              </p14:cNvPr>
              <p14:cNvContentPartPr/>
              <p14:nvPr/>
            </p14:nvContentPartPr>
            <p14:xfrm>
              <a:off x="992160" y="3334000"/>
              <a:ext cx="6077713" cy="1843337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2F0467E-A156-8955-4CA3-855F9BE72CE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83520" y="3325361"/>
                <a:ext cx="6095353" cy="18609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E1FE2B4-2A37-DF6E-B9A0-BD189845A0BD}"/>
                  </a:ext>
                </a:extLst>
              </p14:cNvPr>
              <p14:cNvContentPartPr/>
              <p14:nvPr/>
            </p14:nvContentPartPr>
            <p14:xfrm>
              <a:off x="2034327" y="1174465"/>
              <a:ext cx="183240" cy="3729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E1FE2B4-2A37-DF6E-B9A0-BD189845A0B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025327" y="1165465"/>
                <a:ext cx="20088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907E043-5699-A47C-99D6-5CCD0DEF8F85}"/>
                  </a:ext>
                </a:extLst>
              </p14:cNvPr>
              <p14:cNvContentPartPr/>
              <p14:nvPr/>
            </p14:nvContentPartPr>
            <p14:xfrm>
              <a:off x="4377567" y="1787185"/>
              <a:ext cx="380520" cy="5076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907E043-5699-A47C-99D6-5CCD0DEF8F8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68567" y="1778185"/>
                <a:ext cx="398160" cy="52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031E9ED-3469-0C61-2AA6-5D8824151FD3}"/>
                  </a:ext>
                </a:extLst>
              </p14:cNvPr>
              <p14:cNvContentPartPr/>
              <p14:nvPr/>
            </p14:nvContentPartPr>
            <p14:xfrm>
              <a:off x="5385460" y="2582051"/>
              <a:ext cx="294840" cy="5529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031E9ED-3469-0C61-2AA6-5D8824151FD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376460" y="2573411"/>
                <a:ext cx="31248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B5CB354-64CD-5A32-5036-53A12631B413}"/>
                  </a:ext>
                </a:extLst>
              </p14:cNvPr>
              <p14:cNvContentPartPr/>
              <p14:nvPr/>
            </p14:nvContentPartPr>
            <p14:xfrm>
              <a:off x="3847540" y="5092976"/>
              <a:ext cx="143280" cy="3301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B5CB354-64CD-5A32-5036-53A12631B41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838900" y="5084336"/>
                <a:ext cx="160920" cy="34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4C20E897-FA5A-FE10-85F2-96FF97323DAB}"/>
              </a:ext>
            </a:extLst>
          </p:cNvPr>
          <p:cNvGrpSpPr/>
          <p:nvPr/>
        </p:nvGrpSpPr>
        <p:grpSpPr>
          <a:xfrm>
            <a:off x="3132940" y="5910896"/>
            <a:ext cx="231120" cy="380880"/>
            <a:chOff x="3132940" y="5910896"/>
            <a:chExt cx="231120" cy="38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4B3145-8620-AC05-DAE3-776AEAEEBA2E}"/>
                    </a:ext>
                  </a:extLst>
                </p14:cNvPr>
                <p14:cNvContentPartPr/>
                <p14:nvPr/>
              </p14:nvContentPartPr>
              <p14:xfrm>
                <a:off x="3132940" y="5929256"/>
                <a:ext cx="231120" cy="362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4B3145-8620-AC05-DAE3-776AEAEEBA2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24300" y="5920256"/>
                  <a:ext cx="2487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975C824-366D-9350-3F94-1224615EF987}"/>
                    </a:ext>
                  </a:extLst>
                </p14:cNvPr>
                <p14:cNvContentPartPr/>
                <p14:nvPr/>
              </p14:nvContentPartPr>
              <p14:xfrm>
                <a:off x="3189100" y="5910896"/>
                <a:ext cx="149400" cy="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975C824-366D-9350-3F94-1224615EF98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80100" y="5902256"/>
                  <a:ext cx="16704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6AF7A94-413A-15A7-4E5D-0FCCDB019CAE}"/>
                  </a:ext>
                </a:extLst>
              </p14:cNvPr>
              <p14:cNvContentPartPr/>
              <p14:nvPr/>
            </p14:nvContentPartPr>
            <p14:xfrm>
              <a:off x="11075382" y="6554123"/>
              <a:ext cx="196920" cy="2106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6AF7A94-413A-15A7-4E5D-0FCCDB019CA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066382" y="6545483"/>
                <a:ext cx="21456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DECA297-8E84-078A-4E89-442E738B7454}"/>
                  </a:ext>
                </a:extLst>
              </p14:cNvPr>
              <p14:cNvContentPartPr/>
              <p14:nvPr/>
            </p14:nvContentPartPr>
            <p14:xfrm>
              <a:off x="11362662" y="6568163"/>
              <a:ext cx="155520" cy="2833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DECA297-8E84-078A-4E89-442E738B745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1353662" y="6559163"/>
                <a:ext cx="17316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8C985A2-003A-8646-82E0-263D71A220BA}"/>
                  </a:ext>
                </a:extLst>
              </p14:cNvPr>
              <p14:cNvContentPartPr/>
              <p14:nvPr/>
            </p14:nvContentPartPr>
            <p14:xfrm>
              <a:off x="11584422" y="6568883"/>
              <a:ext cx="162720" cy="2523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8C985A2-003A-8646-82E0-263D71A220B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575782" y="6560243"/>
                <a:ext cx="180360" cy="27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3179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7A73A3-2B07-010A-E8E8-30B7C2F9D9DF}"/>
              </a:ext>
            </a:extLst>
          </p:cNvPr>
          <p:cNvSpPr txBox="1"/>
          <p:nvPr/>
        </p:nvSpPr>
        <p:spPr>
          <a:xfrm>
            <a:off x="571500" y="2400924"/>
            <a:ext cx="1104899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n_layers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trial</a:t>
            </a:r>
            <a:r>
              <a:rPr lang="en-US" sz="16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.suggest_int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b="0" dirty="0" err="1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n_layers</a:t>
            </a:r>
            <a:r>
              <a:rPr lang="en-US" sz="16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endParaRPr lang="en-US" sz="1600" b="0" dirty="0">
              <a:solidFill>
                <a:srgbClr val="ADBAC7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ADBAC7"/>
                </a:solidFill>
                <a:latin typeface="Menlo" panose="020B0609030804020204" pitchFamily="49" charset="0"/>
              </a:rPr>
              <a:t>dropout </a:t>
            </a:r>
            <a:r>
              <a:rPr lang="en-US" sz="1600" dirty="0">
                <a:solidFill>
                  <a:srgbClr val="F47067"/>
                </a:solidFill>
                <a:latin typeface="Menlo" panose="020B0609030804020204" pitchFamily="49" charset="0"/>
              </a:rPr>
              <a:t>=</a:t>
            </a:r>
            <a:r>
              <a:rPr lang="en-US" sz="1600" dirty="0">
                <a:solidFill>
                  <a:srgbClr val="ADBAC7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F69D50"/>
                </a:solidFill>
                <a:latin typeface="Menlo" panose="020B0609030804020204" pitchFamily="49" charset="0"/>
              </a:rPr>
              <a:t>trial</a:t>
            </a:r>
            <a:r>
              <a:rPr lang="en-US" sz="1600" dirty="0" err="1">
                <a:solidFill>
                  <a:srgbClr val="ADBAC7"/>
                </a:solidFill>
                <a:latin typeface="Menlo" panose="020B0609030804020204" pitchFamily="49" charset="0"/>
              </a:rPr>
              <a:t>.suggest_float</a:t>
            </a:r>
            <a:r>
              <a:rPr lang="en-US" sz="1600" dirty="0">
                <a:solidFill>
                  <a:srgbClr val="ADBAC7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96D0FF"/>
                </a:solidFill>
                <a:latin typeface="Menlo" panose="020B0609030804020204" pitchFamily="49" charset="0"/>
              </a:rPr>
              <a:t>"dropout"</a:t>
            </a:r>
            <a:r>
              <a:rPr lang="en-US" sz="1600" dirty="0">
                <a:solidFill>
                  <a:srgbClr val="ADBAC7"/>
                </a:solidFill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6CB6FF"/>
                </a:solidFill>
                <a:latin typeface="Menlo" panose="020B0609030804020204" pitchFamily="49" charset="0"/>
              </a:rPr>
              <a:t>0.0</a:t>
            </a:r>
            <a:r>
              <a:rPr lang="en-US" sz="1600" dirty="0">
                <a:solidFill>
                  <a:srgbClr val="ADBAC7"/>
                </a:solidFill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6CB6FF"/>
                </a:solidFill>
                <a:latin typeface="Menlo" panose="020B0609030804020204" pitchFamily="49" charset="0"/>
              </a:rPr>
              <a:t>0.5</a:t>
            </a:r>
            <a:r>
              <a:rPr lang="en-US" sz="1600" dirty="0">
                <a:solidFill>
                  <a:srgbClr val="ADBAC7"/>
                </a:solidFill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endParaRPr lang="en-US" sz="1600" b="0" dirty="0">
              <a:solidFill>
                <a:srgbClr val="ADBAC7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lr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trial</a:t>
            </a:r>
            <a:r>
              <a:rPr lang="en-US" sz="16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.suggest_float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b="0" dirty="0" err="1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lr</a:t>
            </a:r>
            <a:r>
              <a:rPr lang="en-US" sz="16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1e-5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1e-2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US" sz="16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endParaRPr lang="en-US" sz="1600" b="0" dirty="0">
              <a:solidFill>
                <a:srgbClr val="ADBAC7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activation </a:t>
            </a:r>
            <a:r>
              <a:rPr lang="en-US" sz="16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trial</a:t>
            </a:r>
            <a:r>
              <a:rPr lang="en-US" sz="16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.suggest_categorical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"activation"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[</a:t>
            </a:r>
            <a:r>
              <a:rPr lang="en-US" sz="16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b="0" dirty="0" err="1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relu</a:t>
            </a:r>
            <a:r>
              <a:rPr lang="en-US" sz="16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"tanh"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"sigmoid"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buNone/>
            </a:pPr>
            <a:endParaRPr lang="en-US" sz="1600" b="0" dirty="0">
              <a:solidFill>
                <a:srgbClr val="ADBAC7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use_batchnorm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trial</a:t>
            </a:r>
            <a:r>
              <a:rPr lang="en-US" sz="16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.suggest_bool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b="0" dirty="0" err="1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use_batchnorm</a:t>
            </a:r>
            <a:r>
              <a:rPr lang="en-US" sz="1600" b="0" dirty="0">
                <a:solidFill>
                  <a:srgbClr val="96D0F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buNone/>
            </a:pPr>
            <a:endParaRPr lang="en-US" sz="1600" b="0" dirty="0">
              <a:solidFill>
                <a:srgbClr val="ADBAC7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728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0EAB7-4766-70ED-CEEF-3A49152BD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02FC2DB-050E-BBE1-D387-DF459B743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Приятности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48EBE5-A772-27C0-9F9F-ABDD89D58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73766"/>
            <a:ext cx="7134962" cy="37831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472136-147F-5820-7E82-CAD331CD4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136" y="1973766"/>
            <a:ext cx="1696191" cy="1696191"/>
          </a:xfrm>
          <a:prstGeom prst="rect">
            <a:avLst/>
          </a:prstGeom>
        </p:spPr>
      </p:pic>
      <p:sp>
        <p:nvSpPr>
          <p:cNvPr id="9" name="AutoShape 8" descr="Generated image">
            <a:extLst>
              <a:ext uri="{FF2B5EF4-FFF2-40B4-BE49-F238E27FC236}">
                <a16:creationId xmlns:a16="http://schemas.microsoft.com/office/drawing/2014/main" id="{D87A2217-D6A5-D07E-5C39-77F189BCBC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77CE5D-0DEA-85EC-DA5A-613B35BC6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416" y="3942529"/>
            <a:ext cx="1814384" cy="181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144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20282F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557</TotalTime>
  <Words>332</Words>
  <Application>Microsoft Macintosh PowerPoint</Application>
  <PresentationFormat>Widescreen</PresentationFormat>
  <Paragraphs>49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Menlo</vt:lpstr>
      <vt:lpstr>Office Theme</vt:lpstr>
      <vt:lpstr>import optuna</vt:lpstr>
      <vt:lpstr>PowerPoint Presentation</vt:lpstr>
      <vt:lpstr>Как?</vt:lpstr>
      <vt:lpstr>PowerPoint Presentation</vt:lpstr>
      <vt:lpstr>PowerPoint Presentation</vt:lpstr>
      <vt:lpstr>Приятности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Карачун Александр</dc:creator>
  <cp:lastModifiedBy>Карачун Александр</cp:lastModifiedBy>
  <cp:revision>2</cp:revision>
  <dcterms:created xsi:type="dcterms:W3CDTF">2025-10-24T00:29:05Z</dcterms:created>
  <dcterms:modified xsi:type="dcterms:W3CDTF">2025-10-24T16:55:54Z</dcterms:modified>
</cp:coreProperties>
</file>