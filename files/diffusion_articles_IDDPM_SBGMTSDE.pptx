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5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3.xml" ContentType="application/inkml+xml"/>
  <Override PartName="/ppt/notesSlides/notesSlide10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2" r:id="rId1"/>
  </p:sldMasterIdLst>
  <p:notesMasterIdLst>
    <p:notesMasterId r:id="rId25"/>
  </p:notesMasterIdLst>
  <p:sldIdLst>
    <p:sldId id="256" r:id="rId2"/>
    <p:sldId id="257" r:id="rId3"/>
    <p:sldId id="262" r:id="rId4"/>
    <p:sldId id="259" r:id="rId5"/>
    <p:sldId id="263" r:id="rId6"/>
    <p:sldId id="265" r:id="rId7"/>
    <p:sldId id="266" r:id="rId8"/>
    <p:sldId id="264" r:id="rId9"/>
    <p:sldId id="269" r:id="rId10"/>
    <p:sldId id="270" r:id="rId11"/>
    <p:sldId id="267" r:id="rId12"/>
    <p:sldId id="271" r:id="rId13"/>
    <p:sldId id="278" r:id="rId14"/>
    <p:sldId id="273" r:id="rId15"/>
    <p:sldId id="279" r:id="rId16"/>
    <p:sldId id="281" r:id="rId17"/>
    <p:sldId id="280" r:id="rId18"/>
    <p:sldId id="286" r:id="rId19"/>
    <p:sldId id="282" r:id="rId20"/>
    <p:sldId id="287" r:id="rId21"/>
    <p:sldId id="285" r:id="rId22"/>
    <p:sldId id="288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71"/>
    <p:restoredTop sz="92404"/>
  </p:normalViewPr>
  <p:slideViewPr>
    <p:cSldViewPr snapToGrid="0">
      <p:cViewPr varScale="1">
        <p:scale>
          <a:sx n="68" d="100"/>
          <a:sy n="68" d="100"/>
        </p:scale>
        <p:origin x="232" y="1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5:21:23.75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1354 259 16383,'-24'0'0,"-14"0"0,-24 0 0,-17 0 0,-7 0 0,0 0 0,2 0 0,0 0 0,6 0 0,8 0 0,19 0 0,16 0 0,22 0 0,39 0 0,40 0 0,-11 0 0,7 0 0,10 0 0,2-1 0,-2 0 0,-2-1 0,-8 0 0,-4 0 0,18-1 0,-38 0 0,-34 3 0,-33 0 0,-36 0 0,-23 0 0,-12 0 0,3 0 0,15 0 0,13 0 0,8 0 0,1 0 0,-6 0 0,-4 0 0,0 3 0,9 0 0,8 1 0,14-2 0,17-2 0,31 0 0,39 0 0,36 0 0,-27 0 0,3 0 0,1 0 0,0 0 0,-5 0 0,-3 0 0,31 0 0,-34 0 0,-28 0 0,-35 0 0,-48 0 0,12 0 0,-5 0 0,-12 0 0,-3 0 0,-2 0 0,0 0 0,4 0 0,3 0 0,7 0 0,4 0 0,-29 0 0,25 0 0,23 0 0,16 0 0,87 0 0,18 0 0,-5 0 0,6 0 0,-7 0 0,-1 0 0,-2 0 0,-2 0 0,-7 0 0,-4 0 0,35 0 0,-29 0 0,-25 0 0,-15 0 0,-17 0 0,-14 0 0,-34-5 0,-48-8 0,23 2 0,-5-3 0,-16-4 0,-4 0 0,1 0 0,0 0 0,2 2 0,2 1 0,12 5 0,3 2 0,-32 0 0,34 5 0,33 1 0,15-2 0,13-1 0,14 0 0,36 0 0,4 1 0,9 0 0,21-2 0,7-1 0,-19 2 0,2 0 0,1 0 0,2 0 0,1 1 0,-2 0 0,24 0 0,-3 1 0,-14 0 0,-5 2 0,-19 1 0,-6 0 0,17 0 0,-30 0 0,-19 2 0,-9 2 0,-6 4 0,-12 0 0,-23 4 0,-16 0 0,-10 2 0,-18 4 0,-5 1 0,-12 3 0,-1 0 0,-1 0 0,3-1 0,17-4 0,3-1 0,6-1 0,2-1 0,5 0 0,2-1 0,5 0 0,2-1 0,-28 4 0,20-7 0,23-6 0,19-3 0,20 0 0,22 0 0,37 0 0,34 3 0,-38 0 0,3 1 0,5 0 0,0 1 0,-6 0 0,-2 0 0,-6-1 0,-2-1 0,31 0 0,-17-1 0,-9-2 0,-4 0 0,-3 0 0,-9 0 0,-9 0 0,-8 0 0,-8 2 0,-7 2 0,-5-2 0,-5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8:09:20.296"/>
    </inkml:context>
    <inkml:brush xml:id="br0">
      <inkml:brushProperty name="width" value="0.1" units="cm"/>
      <inkml:brushProperty name="height" value="0.6" units="cm"/>
      <inkml:brushProperty name="color" value="#33CCFF"/>
      <inkml:brushProperty name="inkEffects" value="pencil"/>
    </inkml:brush>
  </inkml:definitions>
  <inkml:trace contextRef="#ctx0" brushRef="#br0">150 1261 16383,'0'-68'0,"0"-15"0,0 33 0,0-1 0,0-4 0,0 0 0,0 3 0,0 1 0,0-39 0,0 6 0,0 8 0,0-15 0,0 1 0,0 10 0,0 16 0,0 28 0,0 5 0,0 7 0,0 6 0,0 8 0,0 10 0,0 13 0,0 16 0,0 15 0,0 33 0,2 16 0,0 2 0,2-8 0,2-27 0,0-8 0,3 1 0,3 6 0,2 11 0,2 2 0,0-2 0,0-6 0,-1-4 0,1-2 0,-2-2 0,-3-6 0,-2-11 0,-4-12 0,0-13 0,-3-8 0,0-7 0,-1-6 0,-1-4 0,0-19 0,0-16 0,0-16 0,2-11 0,2 4 0,3-1 0,3-6 0,2-8 0,-1-6 0,0-2 0,-2 7 0,-4 15 0,-2 16 0,-3 17 0,0 15 0,0 6 0,0-2 0,0-8 0,0-14 0,0-12 0,-3-6 0,-1 2 0,-3 11 0,0 14 0,2 14 0,1 9 0,0 5 0,-1 8 0,-3 15 0,-10 44 0,5-14 0,0 4 0,-3 12 0,1 4 0,-1 1 0,2 0 0,4-10 0,1-2 0,1-4 0,1-2 0,0 38 0,2-4 0,2-3 0,0-5 0,1-6 0,1-12 0,1-12 0,0-9 0,0-7 0,0-9 0,0-7 0,0-9 0,0-9 0,0-12 0,0-19 0,0-20 0,-5-23 0,-4 18 0,-4-4 0,-2-6 0,-2-1 0,-2 0 0,-1 1 0,2 8 0,3 5 0,-2-18 0,7 12 0,4-8 0,0-5 0,-1 0 0,-1 11 0,2 23 0,2 16 0,2 13 0,1 10 0,0 17 0,1 17 0,1 27 0,5 37 0,-2-37 0,1 3 0,0 3 0,0-1 0,-1 0 0,-1-2 0,-2-11 0,0-2 0,-1 38 0,0-12 0,0-14 0,0-12 0,-1-11 0,-1-6 0,-1-4 0,-1-5 0,2-5 0,1-6 0,1-6 0,0-8 0,0-9 0,2-11 0,4-14 0,13-24 0,-2 6 0,3-5 0,1-11 0,0-2 0,1-5 0,-1-2 0,-3 6 0,-2 2 0,-5 17 0,1 2 0,10-37 0,0 16 0,2 6 0,-3 5 0,-2 9 0,-6 14 0,-5 16 0,-4 17 0,-2 22 0,-3 28 0,-1 44 0,0-18 0,-1 6 0,1 8 0,-1 2 0,-1 3 0,1-1 0,0-8 0,1-5 0,0-13 0,1-3 0,0-7 0,0-2 0,1 29 0,0-27 0,0-23 0,0-19 0,0-21 0,-2-26 0,-2-29 0,-2-27 0,2 40 0,-1-1 0,2-8 0,0 0 0,0 3 0,1 2 0,0-32 0,2 25 0,0 31 0,0-3 0,0-14 0,0-9 0,0 3 0,0 14 0,0 17 0,-1 11 0,-1 11 0,-3 22 0,0 34 0,3-4 0,1 8 0,-1 31 0,2 6 0,0-27 0,0 1 0,0 0 0,0 31 0,0-5 0,0-16 0,0-9 0,0 10 0,0-32 0,0-29 0,0-36 0,0-45 0,-1 8 0,0-7 0,-2-17 0,-3-6 0,-1 14 0,-2-3 0,-1 0 0,-1 0 0,-2 0 0,0 3 0,-6-24 0,-2 6 0,5 20 0,0 10 0,0 5 0,8 32 0,5 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5:21:15.38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 16383,'0'0'0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9:24:22.455"/>
    </inkml:context>
    <inkml:brush xml:id="br0">
      <inkml:brushProperty name="width" value="0.1" units="cm"/>
      <inkml:brushProperty name="height" value="0.6" units="cm"/>
      <inkml:brushProperty name="color" value="#33CCFF"/>
      <inkml:brushProperty name="inkEffects" value="pencil"/>
    </inkml:brush>
  </inkml:definitions>
  <inkml:trace contextRef="#ctx0" brushRef="#br0">159 272 16383,'0'21'0,"0"27"0,0 33 0,0-19 0,0 4 0,0 10 0,0 1 0,0-1 0,0 0 0,0-4 0,0-3 0,0-14 0,0-3 0,0 36 0,0-23 0,0-18 0,0-14 0,2-15 0,0-21 0,0-47 0,0-48 0,-2 28 0,0-5 0,-1-11 0,-2-1 0,-2-1 0,0 1 0,-1 0 0,0 1 0,0 8 0,1 3 0,2 9 0,1 4 0,2-32 0,0 33 0,0 21 0,0 12 0,0 8 0,0 7 0,0 31 0,0 48 0,0-8 0,0 6 0,1 16 0,2 3 0,1 9 0,2 1 0,2 1 0,0-2 0,1-9 0,0-3 0,-2-13 0,0-4 0,2 26 0,-5-44 0,0-23 0,-2-18 0,0-33 0,0-36 0,-3 14 0,-2-3 0,-2-12 0,-1-2 0,-3 0 0,-1 1 0,0 3 0,0 2 0,2 7 0,2 2 0,-1-36 0,6 19 0,1 19 0,-2 22 0,0 29 0,0 50 0,1 1 0,0 7 0,1 19 0,0 5 0,0 11 0,0 3 0,0-3 0,0 0 0,-1-7 0,-1-3 0,1-16 0,-1-5 0,-1 21 0,-1-47 0,-1-47 0,-4-32 0,-7-34 0,6 27 0,0-3 0,-1 0 0,1-1 0,-7-44 0,6 12 0,7 10 0,3 10 0,1 10 0,0 18 0,-2 20 0,0 17 0,-1 23 0,1 22 0,2 22 0,0 26 0,0-28 0,0 3 0,0 2 0,0-1 0,0-7 0,0-2 0,0 25 0,0-56 0,0-35 0,0-43 0,0-42 0,0 32 0,0-2 0,0-4 0,0 0 0,0 7 0,0 0 0,0 5 0,0 1 0,0-38 0,0 18 0,0 10 0,0 17 0,0 4 0,0-3 0,0-2 0,0-1 0,0 6 0,0 11 0,0 8 0,0 4 0,0-5 0,0-2 0,0 0 0,0 19 0,0 33 0,0 39 0,0-15 0,0 3 0,0 6 0,0 1 0,0 0 0,0 0 0,1 2 0,1-1 0,-1-8 0,1-4 0,3 28 0,-1-26 0,-1-33 0,0-7 0,-1-7 0,2-9 0,3-15 0,3-27 0,7-27 0,-5 24 0,1-3 0,1-5 0,0-1 0,0 3 0,0 3 0,10-36 0,-11 31 0,-6 31 0,-5 34 0,-2 35 0,0 33 0,-1-25 0,-1 4 0,0 19 0,1 3 0,-1 2 0,1-1 0,-1-6 0,1-4 0,1-13 0,0-7 0,0-3 0,0-22 0,-2-3 0,0 14 0,-1-16 0,1 10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6:22.09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118 1364 16383,'47'-23'0,"13"-9"0,-17 7 0,5-2 0,11-8 0,4-1 0,5-5 0,2-2 0,8-5 0,-1-1 0,-5 0 0,-3 0 0,-3-1 0,-2-1 0,-4 2 0,-4-1 0,-8 6 0,-3 1 0,-6 4 0,-3 2 0,14-19 0,-18 17 0,-12 11 0,-4 5 0,-3 4 0,-2 2 0,-4 12 0,-4 30 0,-4 37 0,-6 35 0,2-38 0,-1 1 0,0 0 0,-1 0 0,-1 4 0,0 2 0,1 3 0,-1 2 0,1 8 0,0 2 0,-1 6 0,1 1 0,1 0 0,0-1 0,-1-2 0,2-2 0,0-8 0,1-2 0,1-7 0,1 0 0,1-7 0,0-1 0,1-5 0,0-2 0,0 39 0,0-21 0,0-23 0,0-14 0,0-6 0,0 0 0,0-2 0,-1-6 0,-1-10 0,0-34 0,1 2 0,1-19 0,0 24 0,0 23 0,0 25 0,0 30 0,0-11 0,0 4 0,0 4 0,0-1 0,0-3 0,0-4 0,0 25 0,0-43 0,0-23 0,0-32 0,3-44 0,1 14 0,0-6 0,2-9 0,0-5 0,3-18 0,1-4 0,-4 30 0,0-2 0,0 0 0,-1-2 0,1-1 0,-2 0 0,0 1 0,0-1 0,-1 3 0,0-21 0,-1 2 0,-2 4 0,0 2 0,1 8 0,-2 0 0,1-1 0,0 1 0,0 4 0,0 0 0,0 3 0,0 0 0,0 2 0,0 2 0,0 8 0,0 3 0,0-42 0,0 20 0,0 17 0,0 16 0,0 13 0,-2 13 0,-8 18 0,-11 23 0,-15 25 0,-19 29 0,22-32 0,-4 3 0,-12 13 0,-4 3 0,-6 5 0,-1-1 0,-1-1 0,0-2 0,3-3 0,1-4 0,10-12 0,1-4 0,5-6 0,0-2 0,-34 25 0,6-16 0,7-9 0,10-9 0,13-8 0,13-3 0,6 4 0,1 10 0,-3 9 0,-1 5 0,3-4 0,5-10 0,7-16 0,4-16 0,5-21 0,11-21 0,16-20 0,20-20 0,-8 25 0,3-3 0,5-6 0,1-2 0,3-4 0,0 1 0,-3 4 0,0 2 0,-7 9 0,-1 3 0,1 0 0,0 2 0,-1 5 0,0 2 0,1 0 0,-1 2 0,-2 4 0,0 2 0,35-28 0,-5 8 0,-5 6 0,-1 1 0,-2-1 0,-6 3 0,-9 7 0,-15 13 0,-15 17 0,-12 22 0,-15 34 0,-1 0 0,-2 7 0,-5 25 0,-1 11 0,4-2 0,0 7 0,0 3 0,5-21 0,0 2 0,0 0 0,2 0 0,-2 22 0,1-1 0,1-3 0,3-11 0,0-3 0,3-5 0,0 8 0,3-5 0,-1-4 0,2-2 0,-1-5 0,0-3 0,0-6 0,0-4 0,0 31 0,0-18 0,0-3 0,0 15 0,0-29 0,0 2 0,-2 4 0,0 1 0,-2-1 0,0-3 0,-6 32 0,1-28 0,5-30 0,2-28 0,3-20 0,4-19 0,6-20 0,8-25 0,-4 9 0,0-9 0,-4 19 0,-1-3 0,1-2 0,0-4 0,1-2 0,-2 0 0,0-2 0,-1-1 0,-1 2 0,-1 9 0,-1 2 0,-1 0 0,0-1 0,-1 0 0,-1 1 0,1-31 0,-2 3 0,0 7 0,-2 3 0,1 10 0,-2 4 0,1 11 0,0 2 0,0-40 0,0 13 0,0 5 0,0 2 0,0 9 0,2 13 0,0 16 0,-4 24 0,-17 34 0,-25 40 0,9-11 0,-3 4 0,-7 9 0,-4 3 0,7-12 0,-3 2 0,-1 0 0,-1-1 0,0-1 0,1 0 0,-21 21 0,0-1 0,0-2 0,3-3 0,14-15 0,2-3 0,1 0 0,0-1 0,3-3 0,0-2 0,6-6 0,2-2 0,-33 30 0,7-6 0,10-8 0,10-9 0,13-11 0,12-10 0,10-11 0,25-23 0,35-36 0,-8 6 0,7-7 0,-4 2 0,5-4 0,1-2 0,7-9 0,2-3 0,0 0 0,1-2 0,-1-1 0,0 1 0,-3 1 0,-1 0 0,-3 2 0,-10 9 0,-2 3 0,-2 0 0,14-18 0,-4 3 0,-8 7 0,-3 3 0,-9 11 0,-2 2 0,15-26 0,-17 23 0,-6 12 0,-3 5 0,-1 3 0,1 0 0,-2 4 0,0 3 0,-3 7 0,-5 10 0,-4 20 0,-3 40 0,-2-7 0,0 7 0,0 16 0,0 7 0,0-12 0,0 2 0,0 2 0,0 2 0,0 0 0,0 0 0,0-5 0,0-1 0,0-2 0,0 27 0,0-5 0,0-17 0,0-3 0,0-6 0,0-1 0,1-4 0,1-2 0,2 35 0,1-14 0,-1-8 0,-2-2 0,-2-1 0,0-5 0,0-9 0,0-8 0,0-11 0,0-7 0,0-5 0,0-5 0,0 5 0,0 3 0,0 2 0,0 2 0,-2 2 0,-3 9 0,-4 12 0,-3 9 0,0-5 0,3-12 0,3-14 0,4-12 0,0-3 0,2-7 0,0-19 0,0-31 0,0-43 0,0 31 0,0-5 0,0-18 0,0-3 0,0-5 0,0 0 0,-1 6 0,0 1 0,0 6 0,0 4 0,-1 15 0,1 3 0,-1-43 0,2 3 0,0 1 0,0-1 0,0 43 0,0 0 0,0-3 0,0-1 0,0-1 0,0 0 0,0-1 0,0 0 0,0-1 0,0 1 0,-1 1 0,0 2 0,-3-39 0,-3 25 0,0 25 0,0 19 0,1 13 0,-1 5 0,-2 3 0,-3 1 0,-5 1 0,-16 1 0,-14 14 0,-9 15 0,-4 15 0,10 7 0,7-6 0,9-7 0,4-4 0,3-4 0,1 1 0,-1 0 0,-1 1 0,-5 6 0,-3 6 0,-2 7 0,0 6 0,2 3 0,0 4 0,-1 1 0,-2 2 0,-5 4 0,-6 1 0,-8 1 0,-5 0 0,-4-6 0,0 0 0,3-4 0,5-4 0,10-7 0,11-11 0,13-11 0,10-11 0,7-8 0,3-6 0,2-11 0,14-23 0,28-30 0,1 6 0,8-7 0,1 3 0,6-4 0,1-1 0,4-4 0,3-2 0,0 0 0,2-2 0,0 0 0,-2 2 0,-8 7 0,-1 3 0,-4 2 0,9-10 0,-5 3 0,-6 7 0,-2 3 0,-8 9 0,-1 2 0,-2 3 0,1 1 0,33-29 0,1 1 0,0-2 0,-4 5 0,-11 7 0,-13 11 0,-10 12 0,-10 8 0,-4 8 0,-6 10 0,-6 22 0,-3 32 0,-3 44 0,-2-30 0,-2 6 0,-4 19 0,-4 6 0,3-25 0,-1 2 0,-2 0 0,0-1 0,-2 1 0,1-2 0,-6 29 0,0-4 0,3-16 0,0-5 0,2-7 0,1-2 0,1-7 0,1 0 0,1-3 0,0-1 0,-5 43 0,0-5 0,-1-4 0,1-3 0,-2-1 0,0-3 0,-3 0 0,-5-1 0,0-9 0,0-7 0,6-5 0,5-5 0,4-2 0,5-6 0,2-10 0,2-10 0,1-9 0,0-5 0,1-1 0,2-2 0,3 2 0,4 1 0,7 3 0,7 3 0,1 3 0,0-4 0,-7-5 0,-7-5 0,-2-4 0,2-10 0,19-60 0,-10 17 0,0-5 0,3-11 0,0-2 0,-2-1 0,-1 3 0,2-28 0,-8 18 0,-7 18 0,-6 9 0,-1 10 0,0 7 0,0 4 0,0 0 0,-2-6 0,0-6 0,-1-2 0,0 2 0,0 10 0,0 9 0,-1 14 0,-1 16 0,-3 27 0,-1 28 0,-2 24 0,7-32 0,0 1 0,1-2 0,1 0 0,-1 44 0,3-14 0,0-22 0,0-11 0,0-15 0,0-12 0,0-6 0,0-6 0,0-65 0,1-31 0,1 7 0,0-9 0,0 20 0,1-3 0,-1-1 0,0 0 0,0 0 0,0 1 0,1-26 0,-1 5 0,-1 15 0,-1 5 0,0-21 0,0 15 0,0 7 0,0 8 0,0 10 0,0 8 0,0 8 0,0 1 0,0-5 0,0-6 0,0-2 0,0 6 0,0 13 0,0 10 0,0 7 0,0 2 0,0 0 0,0 0 0,0-1 0,0-1 0,0-4 0,0-5 0,0 0 0,0 2 0,0 10 0,0 55 0,0 24 0,0-6 0,0 4 0,0 1 0,1 0 0,0 4 0,1 0 0,0-2 0,2-3 0,-1-12 0,1-5 0,2 24 0,0-42 0,-3-23 0,1-10 0,1-18 0,2-21 0,0-24 0,0-20 0,-3-17 0,-2 48 0,-2 0 0,0-2 0,0 2 0,0-45 0,-1 17 0,-1 10 0,-3 8 0,1 2 0,1 2 0,1 3 0,2 9 0,0 14 0,0 10 0,-2 10 0,-1 5 0,-1 3 0,-1 0 0,-1 1 0,-2-3 0,-3-2 0,-1-1 0,1-1 0,2 1 0,-1 0 0,1 2 0,-3 2 0,-5 3 0,-10 12 0,-15 17 0,-11 17 0,-9 12 0,-6 9 0,-1 0 0,-2 3 0,1-1 0,2-5 0,2-6 0,5-7 0,5-4 0,6-3 0,2 3 0,6-1 0,7-4 0,9-6 0,9-11 0,8-9 0,9-13 0,19-21 0,20-22 0,26-26 0,-18 16 0,4-4 0,1-5 0,0-1 0,-1-1 0,-1 0 0,-7 7 0,-5 2 0,11-19 0,-14 20 0,-14 20 0,-10 18 0,-8 18 0,-14 21 0,-17 23 0,-21 21 0,12-24 0,-4 1 0,-3 2 0,-3 0 0,-2 3 0,-2 0 0,-1 2 0,1-1 0,4-2 0,0-1 0,2 2 0,0 1 0,3-5 0,2 1 0,4-5 0,1 0 0,-25 31 0,11-13 0,11-15 0,11-12 0,6-10 0,4-6 0,2-1 0,1 1 0,1-1 0,4 0 0,3-3 0,11-9 0,18-21 0,23-25 0,23-27 0,-26 24 0,1-2 0,-3 4 0,-2 2 0,21-24 0,-23 27 0,-24 24 0,-4-4 0,8-20 0,11-24 0,0 12 0,5-5 0,6-5 0,1 0 0,2 0 0,1 2 0,0 2 0,-1 3 0,-8 11 0,0 1 0,-1 0 0,0 0 0,-1 1 0,0 1 0,26-34 0,-7 8 0,-10 15 0,-12 13 0,-7 14 0,-8 10 0,-1 2 0,2-2 0,5-4 0,8-5 0,5-1 0,0 1 0,-2 4 0,-2 4 0,-6 4 0,-2 4 0,-6 2 0,-4 1 0,-3 0 0,-3-1 0,0-2 0,3-2 0,3-3 0,5-1 0,0 1 0,-1 2 0,-6 6 0,-4 13 0,-4 18 0,-7 20 0,-6 28 0,3-15 0,0 8 0,0 13 0,1 2 0,1 4 0,2-5 0,2-23 0,1-7 0,1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6:26.43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310 846 16383,'-3'-22'0,"-2"-8"0,3-15 0,-1-17 0,1-17 0,4-11 0,10 0 0,16 1 0,18 9 0,16 11 0,1 11 0,0 13 0,-2 12 0,2 11 0,7 6 0,6 6 0,3 6 0,-3 2 0,-4 12 0,-11 14 0,-8 22 0,-9 21 0,-10 20 0,-19-37 0,-3 2 0,-2 2 0,-2 1 0,-1 0 0,-3 1 0,0-3 0,-2-1 0,0-1 0,-2 0 0,-2 48 0,-4-48 0,-3 0 0,-5 1 0,-4-1 0,-8 2 0,-5-1 0,-6 3 0,-3-1 0,-5 4 0,-3 0 0,-6 6 0,-1 1 0,-3 4 0,-2 1 0,1 0 0,0 0 0,2-2 0,1-1 0,5-5 0,2-1 0,6-5 0,2 0 0,2-3 0,2 0 0,5-4 0,2-1 0,3-4 0,1-1 0,-17 28 0,10-13 0,6-11 0,4-5 0,0 2 0,1-2 0,3-7 0,6-8 0,6-16 0,3-11 0,4-17 0,0-14 0,1-12 0,6-11 0,13-8 0,17-5 0,14-2 0,9 3 0,3 11 0,0 13 0,-2 15 0,-3 13 0,-3 8 0,-2 5 0,1 9 0,2 11 0,-2 12 0,-2 8 0,-6-1 0,-7-7 0,-1-4 0,1-2 0,3-2 0,4-2 0,-2-2 0,-5-6 0,-4-5 0,-5-4 0,-1-4 0,2-2 0,7-10 0,7-15 0,9-16 0,3-10 0,-7 3 0,-10 8 0,-13 12 0,-8 10 0,-9 9 0,-4 6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6:32.76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386 831 16383,'0'-16'0,"0"-1"0,0-1 0,0 0 0,0-3 0,-1-14 0,-1-12 0,0-5 0,-3 1 0,2 12 0,1 6 0,0 4 0,2 3 0,0 2 0,2 0 0,4 0 0,7-3 0,6-3 0,8-3 0,7-5 0,8-3 0,4-1 0,2 3 0,0 7 0,1 7 0,4 8 0,3 3 0,2 5 0,-3 3 0,-3 3 0,-4 3 0,2 0 0,0 0 0,-3 2 0,-7 4 0,-7 8 0,-6 11 0,-4 7 0,-1 5 0,-3-1 0,-2-2 0,-4-1 0,0 0 0,-5 6 0,0 2 0,-4 6 0,-2 5 0,0 8 0,-9 17 0,-12 11 0,4-39 0,-3 0 0,-7 7 0,-5 1 0,-3 2 0,-4 1 0,-4 4 0,-3 0 0,-5 4 0,-2-1 0,1-2 0,-1 0 0,2-3 0,0-1 0,4-2 0,1-2 0,4-4 0,3-1 0,2-3 0,2-1 0,3-4 0,1 0 0,-20 36 0,5-6 0,4 0 0,0 3 0,-2 6 0,-3 2 0,1-3 0,1-5 0,2-3 0,4-5 0,3-6 0,8-9 0,7-15 0,7-13 0,6-10 0,1-5 0,1-1 0,0 1 0,0-3 0,3-7 0,0-12 0,5-18 0,11-12 0,17-14 0,20-5 0,15 0 0,8 3 0,-3 10 0,-5 12 0,-6 14 0,-4 10 0,0 8 0,4 3 0,0 2 0,2 4 0,1 8 0,1 11 0,1 11 0,0 4 0,-3-2 0,-8-7 0,-6-7 0,0-1 0,1 1 0,3-2 0,2-6 0,-3-7 0,2-9 0,5-18 0,5-16 0,4-20 0,-3-13 0,-12 2 0,-15 15 0,-21 23 0,-9 15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6:35.66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277 920 16383,'-11'-9'0,"1"0"0,5-4 0,0-5 0,-1-14 0,1-10 0,1-12 0,0-11 0,8-8 0,14-13 0,19-2 0,-10 44 0,3 1 0,4 4 0,4 2 0,5 2 0,2 3 0,3 3 0,2 3 0,3 2 0,2 2 0,3 2 0,0 2 0,-1 3 0,0 3 0,-1 2 0,-1 2 0,-3 2 0,-2 2 0,38-1 0,-16 3 0,-13 5 0,-14 9 0,-10 9 0,-9 11 0,-5 9 0,-7 8 0,-5 8 0,-4 9 0,-5 4 0,-2 3 0,-6 0 0,-8 3 0,-7 8 0,-8 9 0,14-43 0,-1 1 0,-2 1 0,-2 0 0,-1 0 0,-2-2 0,1-2 0,-2-1 0,-1-1 0,-1-2 0,-3 1 0,0-1 0,-1 2 0,-2-1 0,-2 1 0,-1 0 0,-2 3 0,1 0 0,0 0 0,0 0 0,0-1 0,0 1 0,1 0 0,0 0 0,-3 4 0,0 0 0,-1 2 0,0 1 0,-1 1 0,1 0 0,1-2 0,1-2 0,5-5 0,1-2 0,3-4 0,2-2 0,-21 33 0,10-7 0,4-4 0,4-8 0,6-13 0,7-12 0,5-12 0,3-2 0,0-1 0,1 0 0,1-2 0,2-4 0,1-5 0,2-8 0,2-6 0,0-9 0,2-6 0,4-4 0,8-3 0,19-4 0,20-5 0,19-4 0,6 3 0,0 5 0,-7 9 0,-9 10 0,-6 6 0,-6 6 0,-2 3 0,1 2 0,4 2 0,5 7 0,2 8 0,2 7 0,-4 6 0,-5-3 0,-6-1 0,-6-1 0,-4-2 0,-2-1 0,-5-3 0,1-5 0,-2-4 0,-2-4 0,5-4 0,5 0 0,7-5 0,11-12 0,1-14 0,-1-12 0,-7-11 0,-9-3 0,-9 1 0,-11 8 0,-6 16 0,-7 18 0,-3 8 0,-1 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6:38.58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460 1107 16383,'-4'-27'0,"1"-7"0,1-12 0,-1-7 0,1-8 0,0-5 0,2-10 0,0-8 0,4-5 0,13 0 0,16 4 0,20 4 0,8 9 0,0 10 0,-3 12 0,-2 12 0,4 8 0,10 7 0,10 4 0,6 7 0,-1 5 0,-5 5 0,-9 2 0,-8 1 0,-6 6 0,-3 8 0,-4 11 0,-4 10 0,-6 8 0,-7 8 0,-8 13 0,-7 11 0,-8 5 0,-6 5 0,-10-1 0,-10 2 0,1-37 0,-5 1 0,-6 5 0,-5 1 0,-5 7 0,-3 0 0,-2 0 0,-1 1 0,-1-4 0,-1 0 0,1-4 0,1-2 0,1-3 0,1 0 0,-3 1 0,2 0 0,3-4 0,0 1 0,4-3 0,0 0 0,1-3 0,1 0 0,-26 36 0,26-37 0,0 1 0,-2 2 0,-1 0 0,-2 4 0,0-1 0,-4 3 0,1-1 0,0-1 0,-1-1 0,4-3 0,0-2 0,-28 30 0,12-16 0,12-12 0,7-6 0,3-2 0,3-2 0,5-6 0,6-7 0,4-5 0,-1-3 0,-5 3 0,-2 1 0,3-2 0,5-5 0,6-10 0,5-11 0,4-8 0,10-10 0,16-9 0,17-8 0,16-2 0,9 5 0,5 9 0,3 11 0,3 6 0,-5 6 0,-5 5 0,-11 2 0,-13 2 0,-6 0 0,-7 3 0,-2 5 0,0 6 0,-1 6 0,0 1 0,3 0 0,1-1 0,3 0 0,1 0 0,3-3 0,2-2 0,2-7 0,3-3 0,0-4 0,4-3 0,2-7 0,0-9 0,1-12 0,-1-8 0,2-7 0,0-5 0,-3-2 0,-6-2 0,-10 2 0,-9 8 0,-12 12 0,-7 16 0,-7 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6:41.76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527 1154 16383,'-4'-15'0,"1"-5"0,3-13 0,0-10 0,0-11 0,-2-10 0,-1-4 0,1-2 0,0-5 0,5-4 0,8-3 0,10 0 0,12 8 0,7 4 0,6 6 0,8 2 0,5 7 0,5 7 0,1 10 0,1 11 0,2 9 0,0 9 0,-2 5 0,-3 5 0,-3 4 0,-3 8 0,-2 9 0,-3 10 0,-1 4 0,-6 1 0,-6-2 0,-11-3 0,-6 0 0,-6 3 0,-6 2 0,-5 3 0,-3 5 0,-2 5 0,0 5 0,-1 6 0,-5 3 0,-5-3 0,-3-6 0,-3-5 0,0-6 0,-2 1 0,-5 7 0,-5 8 0,-6 9 0,-7 8 0,-4 4 0,20-38 0,-1 0 0,0 0 0,-1 0 0,0 0 0,-1 1 0,0 0 0,0-1 0,0 1 0,-1 1 0,-1 0 0,-2 0 0,-2 3 0,-1 1 0,0-1 0,0 0 0,-2 0 0,-1 0 0,-2 0 0,-1 0 0,0-3 0,0 1 0,-1 0 0,-1 1 0,2-2 0,1-1 0,2-2 0,2 0 0,2-1 0,2-1 0,-28 36 0,7-4 0,8-8 0,5-5 0,3-4 0,5-4 0,6-7 0,5-10 0,8-9 0,6-7 0,4-8 0,2-1 0,-2-1 0,-1-1 0,0-2 0,-1-7 0,4-12 0,12-20 0,21-22 0,19-14 0,-16 31 0,2 1 0,1 1 0,2 3 0,33-21 0,-2 16 0,-5 18 0,-4 12 0,-1 6 0,-1 3 0,0 0 0,1 2 0,-2 4 0,-2 8 0,-3 7 0,-7 7 0,-5 4 0,-4 2 0,-3 1 0,-3 2 0,-3-1 0,-2-3 0,-2-3 0,1-6 0,1-5 0,3-1 0,6-2 0,5 0 0,6 1 0,1 0 0,0-3 0,-6-4 0,-6-5 0,-3-3 0,-4-2 0,-1-1 0,0-4 0,0-6 0,-2-3 0,-4 0 0,-3 5 0,-7 6 0,-4 2 0,-4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6:53.63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707 194 16383,'25'-13'0,"2"5"0,8 6 0,4 2 0,4 0 0,5 11 0,2 16 0,5 25 0,-23-6 0,-3 8 0,-1 5 0,-4 4 0,-4 2 0,-4 1 0,-6-3 0,-7-3 0,-19 35 0,-25-7 0,11-46 0,-5-3 0,-4-2 0,-1-3 0,-38 23 0,14-18 0,21-18 0,20-13 0,24-12 0,27-9 0,27-2 0,20 2 0,10 5 0,7 7 0,-5 11 0,-7 14 0,-13 14 0,-18 11 0,-13 11 0,-15 10 0,-9 13 0,-10 12 0,-8-46 0,-5 1 0,-7 2 0,-6 0 0,-9 0 0,-6-3 0,-7-2 0,-3-3 0,-7 0 0,-3-3 0,-1-3 0,0-1 0,1-3 0,0-2 0,2-2 0,2-2 0,6-7 0,1-2 0,-40 6 0,7-12 0,7-8 0,10-5 0,13-4 0,17-1 0,15-1 0,13 2 0,17 2 0,21 2 0,26 0 0,22 0 0,-25 0 0,2 0 0,7-4 0,1-1 0,1-2 0,-1-3 0,-2-2 0,-2-3 0,-9-2 0,-3-1 0,37-14 0,-10-1 0,-12 4 0,-12-2 0,-9-2 0,-7-4 0,-7-4 0,-5 0 0,-5-1 0,-2-1 0,0-3 0,-4-3 0,-4 0 0,-9-1 0,-15 3 0,-18 0 0,-18 0 0,-12 2 0,-6 3 0,1 4 0,0 6 0,2 8 0,3 8 0,4 9 0,6 5 0,5 2 0,3 0 0,5 2 0,5 2 0,10 2 0,11-1 0,21-9 0,28-20 0,25-19 0,-19 13 0,1-3 0,3 0 0,-1-1 0,35-27 0,-18 13 0,-19 14 0,-15 1 0,-9-6 0,-7-14 0,-5-14 0,-4-8 0,-4-10 0,-5-10 0,-10-2 0,-11 4 0,-8 14 0,-2 17 0,-5 15 0,-3 13 0,-4 10 0,-8 9 0,-5 9 0,-12 4 0,-9 2 0,-6 3 0,-1 6 0,11 4 0,14 5 0,20 1 0,17-1 0,7 2 0,3 5 0,-2 8 0,-1 2 0,5-3 0,7-13 0,9-15 0,15-20 0,15-20 0,15-13 0,11-6 0,12-3 0,1 8 0,-3 12 0,-1 14 0,-5 17 0,6 4 0,7 3 0,1 2 0,-3 6 0,-5 12 0,-6 12 0,-2 10 0,-5 10 0,-4 5 0,-7 4 0,-10 7 0,-10 3 0,-10 8 0,-5 6 0,-5 2 0,-9-6 0,-8-10 0,-13-12 0,-15-7 0,-7-5 0,-8-2 0,-3-1 0,1-3 0,0-3 0,3-4 0,0-4 0,3-3 0,7-3 0,12-6 0,16-11 0,19-11 0,19-10 0,18-5 0,18 1 0,11 3 0,9 7 0,8 4 0,-2 4 0,-1 10 0,-8 13 0,-6 16 0,-9 16 0,-10 11 0,-10 12 0,-10 11 0,-9 4 0,-7 2 0,-6-7 0,-4-3 0,-3-5 0,-9-6 0,-11-3 0,-14-8 0,-13-1 0,-9-5 0,-11-6 0,-8-10 0,-14-9 0,43-21 0,-2-2 0,1-3 0,0-2 0,-1-2 0,0 0 0,0-2 0,-1 0 0,-4-1 0,-1-1 0,-3-4 0,0-2 0,-1-5 0,2-3 0,4-4 0,3-2 0,-29-24 0,28 11 0,23 12 0,21 15 0,16 10 0,17 10 0,18 11 0,15 7 0,10 5 0,14 5 0,3-2 0,-5-8 0,-3-10 0,-11-13 0,2-5 0,9-2 0,4 0 0,12 0 0,5-5 0,-2-7 0,-7-10 0,-13-9 0,-13-7 0,-9-8 0,-6-15 0,-4-13 0,-3-13 0,-7-6 0,-11 4 0,-11 4 0,-8 8 0,-11 6 0,-12 4 0,-12 3 0,-11 2 0,-4 1 0,-2 2 0,0 6 0,-5 11 0,-11 14 0,-6 15 0,-4 8 0,7 6 0,14 1 0,16 2 0,18 0 0,25-4 0,26-10 0,30-16 0,20-20 0,-37 16 0,-2-2 0,0-5 0,-3-3 0,-5-5 0,-5-3 0,-5 0 0,-4-2 0,-5 0 0,-3 0 0,-2-41 0,-6 13 0,-4 1 0,-6 3 0,-10 6 0,-13 8 0,-15 10 0,-10 10 0,-7 8 0,-6 10 0,-5 6 0,-6 8 0,-9 4 0,-7 3 0,-6 6 0,3 8 0,9 6 0,14 8 0,12 1 0,12 1 0,9 0 0,13-5 0,11-7 0,10-8 0,12-13 0,14-12 0,23-14 0,33-15 0,-26 18 0,3 1 0,0 0 0,1 2 0,-4 5 0,-2 2 0,29 0 0,-12 14 0,2 4 0,-1 7 0,-1 14 0,-5 15 0,-5 17 0,-8 9 0,-7 5 0,-9 2 0,-11 0 0,-8 3 0,-7 0 0,-5 3 0,-4-4 0,-8-4 0,-9-3 0,-13-2 0,-8-1 0,-5-3 0,-4-8 0,3-10 0,1-10 0,8-8 0,5-5 0,6-2 0,7-1 0,5-2 0,9-6 0,45-19 0,1 1 0,42-9 0,-13 13 0,1 5 0,0 9 0,-4 13 0,-2 14 0,-5 14 0,-7 9 0,-7 7 0,-6 2 0,-6 3 0,-5-5 0,-7-5 0,-7-2 0,-5 4 0,-13 3 0,-15 5 0,-14-1 0,-14-2 0,-9-3 0,-7-4 0,-11-2 0,-3-3 0,-5-1 0,40-27 0,0-2 0,-2-1 0,0-2 0,-3-2 0,0-3 0,-1-1 0,1-1 0,-1-3 0,0-2 0,-47 5 0,3-7 0,6-6 0,12-8 0,14-8 0,14-5 0,12-3 0,9 2 0,7 2 0,12 6 0,22 5 0,28 10 0,28 10 0,21 7 0,-33-9 0,4-1 0,3 0 0,0-4 0,-1-2 0,-1-4 0,-2-3 0,-3-5 0,-6-3 0,-2-4 0,1-5 0,0-4 0,5-3 0,0-3 0,0-2 0,-1-1 0,-2 0 0,-1-1 0,-3 1 0,-2 0 0,-6 2 0,-1 1 0,29-33 0,-12-9 0,-32 23 0,-3-6 0,-3-14 0,-4-4 0,-3-7 0,-3-1 0,-3 0 0,-4 2 0,-1 12 0,-3 5 0,-11-31 0,-12 28 0,-11 25 0,-9 17 0,-5 12 0,-6 8 0,-3 4 0,-2 0 0,2 0 0,0 3 0,-4 5 0,-1 7 0,2 6 0,7 1 0,10 0 0,10-2 0,9-2 0,8-4 0,10-5 0,15-4 0,27-6 0,21-12 0,31-21 0,-36 11 0,-1-6 0,5-6 0,-3-5 0,-2 2 0,-5-3 0,16-33 0,-26-1 0,-30 7 0,-15-9 0,-15-1 0,-11 3 0,-7 7 0,0 11 0,0 9 0,-1 10 0,-3 8 0,-2 8 0,-7 8 0,-7 8 0,-11 4 0,-11 2 0,-5 2 0,-1 6 0,11 5 0,15 4 0,14 0 0,11-1 0,8 2 0,5 0 0,7-1 0,5-1 0,6-1 0,4-7 0,8-12 0,16-18 0,20-19 0,37-16 0,-29 27 0,2 2 0,1 3 0,1 4 0,44-8 0,-17 19 0,-3 8 0,-3 2 0,-2 4 0,-2 12 0,1 21 0,-2 22 0,-34-21 0,-1 2 0,-1 3 0,-3 1 0,-2 4 0,-3 1 0,-4 2 0,-4 2 0,-3 2 0,-3 1 0,-3 0 0,-5-1 0,-5-4 0,-4-2 0,-19 38 0,-14-16 0,-10-13 0,1-10 0,0-8 0,-1-8 0,-2-7 0,1-10 0,6-7 0,13-5 0,14-7 0,19-7 0,23-11 0,24-4 0,20 3 0,11 8 0,5 9 0,-2 14 0,-2 15 0,-7 19 0,-9 20 0,-9 16 0,-31-33 0,-3 4 0,-5 8 0,-3 3 0,-3 0 0,-3 1 0,-1 0 0,-3-1 0,-2-4 0,-4-2 0,-17 38 0,-17-4 0,11-47 0,-4-2 0,-5 0 0,-2-2 0,-1-1 0,-1-2 0,0-3 0,-1-2 0,-37 22 0,8-11 0,6-14 0,6-10 0,-1-9 0,-11-5 0,-11-8 0,-10-10 0,-3-10 0,13-6 0,15 2 0,22 9 0,20 9 0,13 6 0,8 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7:32.38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317 0 16383,'-3'46'0,"-6"4"0,-4 8 0,-5 19 0,-3 7 0,4-16 0,-1 3 0,-1 0 0,0 1 0,-1 1 0,0-1 0,2-5 0,1-1 0,1-2 0,-6 19 0,1-6 0,7-19 0,0-6 0,-2 15 0,14-47 0,11-12 0,19-2 0,25-3 0,45-1 0,-33-5 0,3-5 0,4-5 0,1-6 0,-1-4 0,-2-7 0,-11-5 0,-3-4 0,-5-3 0,-2-1 0,-5 0 0,-2-1 0,-4-1 0,-3 0 0,-4 1 0,-2-1 0,16-41 0,-8-3 0,-7-4 0,-6 0 0,-6 6 0,-6 19 0,-6 23 0,-4 25 0,-2 22 0,-1 38 0,-7 54 0,-1-21 0,-1 8 0,1-14 0,0 3 0,-1 3 0,-3 10 0,0 4 0,1 3 0,2-9 0,1 5 0,0 0 0,0 0 0,1 0 0,1-1 0,1 0 0,-1-1 0,2-6 0,0 0 0,0-2 0,2-3 0,-1 9 0,2-4 0,1-9 0,0-9 0,2-8 0,-1 23 0,0-29 0,0-7 0,0 1 0,0-3 0,0-7 0,0-9 0,-1 2 0,-4 9 0,-4 9 0,-1 4 0,-2-8 0,4-12 0,3-11 0,1-9 0,3-3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7:32.39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0 16383,'0'20'0,"0"21"0,0 35 0,0-24 0,0 4 0,0 5 0,0 2 0,0-2 0,0-2 0,0-6 0,0-3 0,0 28 0,0-19 0,0-20 0,0-8 0,0 4 0,0 5 0,0 2 0,0-2 0,0 0 0,0 15 0,0 21 0,0 13 0,0-3 0,0-21 0,0-25 0,4-19 0,15-13 0,23-4 0,36-3 0,-19 1 0,3 1 0,9 1 0,2 1 0,-1 0 0,-1 0 0,-7 1 0,-2-1 0,33 2 0,-19-4 0,-12-1 0,-14-2 0,-10 0 0,-11 0 0,-7 0 0,-6 0 0,-5-2 0,-2-14 0,2-25 0,2-24 0,8-23 0,-7 35 0,1-2 0,1-8 0,-1-1 0,-1-4 0,-1-1 0,-4 1 0,-1 0 0,-4 9 0,-1 3 0,-1-29 0,-2 23 0,0 19 0,-4 4 0,-5-1 0,-5 1 0,-3 9 0,2 11 0,4 11 0,1 7 0,1 5 0,-6 28 0,-15 50 0,6-9 0,-1 9 0,4-14 0,0 4 0,1 2 0,-2 7 0,1 1 0,2 1 0,2-1 0,1-1 0,3 0 0,2-6 0,3-2 0,1-1 0,0 26 0,2-5 0,3-12 0,3-3 0,0-11 0,3-3 0,2-8 0,3-3 0,0-3 0,2-1 0,10 48 0,-12-47 0,-1 1 0,-2-1 0,-2 1 0,2 41 0,-4-20 0,-2-26 0,0-19 0,0-16 0,0-5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7:32.39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 16383,'0'46'0,"0"34"0,0-21 0,0 4 0,0 6 0,0 2 0,0-2 0,0 0 0,0-9 0,0-3 0,0 31 0,0-16 0,0-21 0,0-18 0,0-8 0,1-9 0,6-8 0,11-3 0,20 0 0,59 2 0,-29-3 0,6 0 0,9 0 0,3-1 0,3-1 0,-3-2 0,-18-1 0,-4-2 0,-10 1 0,-5-2 0,24-5 0,-24 1 0,-15 3 0,-11 3 0,-5 2 0,-6-1 0,-4-2 0,-3-8 0,-4-18 0,-1-24 0,-1 1 0,0-7 0,-3-9 0,0-2 0,-1-2 0,-1 1 0,-1 4 0,-1 3 0,-9-24 0,2 18 0,1 18 0,5 18 0,4 15 0,0 8 0,2 5 0,-2 9 0,-4 14 0,-8 40 0,3-2 0,-1 9 0,-6 27 0,-1 11 0,6-15 0,-1 5 0,1 3 0,4-15 0,0 2 0,1 1 0,0 1 0,2-1 0,0 2 0,2-1 0,0-1 0,1-4 0,2-1 0,0-1 0,1-2 0,0 11 0,1-3 0,1-5 0,0 12 0,2-8 0,-1-21 0,0-6 0,0 15 0,0-22 0,0-8 0,1-6 0,1-7 0,0-2 0,2 4 0,-2 6 0,0 5 0,0-4 0,-2-7 0,0-8 0,0-7 0,0-2 0,0-2 0,0-2 0,0 1 0,0 2 0,0 11 0,0 12 0,0 6 0,0-3 0,0-16 0,0-12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7:57:32.39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194 311 16383,'0'30'0,"0"22"0,0 29 0,0-31 0,0 2 0,0 4 0,0 2 0,0 3 0,0 0 0,0-1 0,0-1 0,0-1 0,0 0 0,0-5 0,0-3 0,0 41 0,0-2 0,0-6 0,0-8 0,0-16 0,0-19 0,0-17 0,1-11 0,6-7 0,16-3 0,27-5 0,36-10 0,-31 3 0,2-3 0,6-2 0,1-3 0,-2-1 0,-1-1 0,-8 1 0,-2-1 0,34-17 0,-22 3 0,-14 2 0,-8 0 0,-1-3 0,5-10 0,10-17 0,3-17 0,-28 34 0,-2-3 0,-1 0 0,-3-1 0,-2 3 0,-3 1 0,10-44 0,-13 9 0,-10 9 0,-7 11 0,-6 14 0,-6 11 0,-7 8 0,-3 7 0,4 5 0,4 7 0,4 3 0,5 4 0,1 3 0,3 13 0,1 23 0,1 32 0,0 29 0,0-39 0,0 2 0,0 4 0,0 1 0,0 1 0,0-1 0,0 2 0,0 0 0,0-2 0,0-1 0,0 1 0,0-2 0,0-2 0,0-2 0,0-3 0,0 0 0,0-5 0,0-2 0,0 45 0,-2-6 0,0-10 0,-2-9 0,-1-10 0,2-8 0,1-7 0,2-4 0,-3 1 0,-3 5 0,-2 5 0,-2-2 0,1-9 0,2-13 0,1-8 0,0-1 0,-4 2 0,-2 1 0,1-2 0,3-9 0,5-10 0,1-5 0,2-2 0,0-3 0,0-3 0,0-14 0,0-26 0,-4-25 0,0 25 0,0-5 0,0-8 0,0-2 0,-1-4 0,1-3 0,2-4 0,1-1 0,0 2 0,1 0 0,0 3 0,0 2 0,0 6 0,0 3 0,0 10 0,0 2 0,0-35 0,0 9 0,0-4 0,0-4 0,0-1 0,0 9 0,0 6 0,0 1 0,0-2 0,0 3 0,0 11 0,0 20 0,0 21 0,0 44 0,0 50 0,0-11 0,0 8 0,0 19 0,1 6 0,0-19 0,1 4 0,1 0 0,0 7 0,0 0 0,2 0 0,0-5 0,1-1 0,0-3 0,1-6 0,0-3 0,0-4 0,2 5 0,1-7 0,6 25 0,-6-37 0,-4-25 0,-3-17 0,-1-12 0,0-19 0,-2-42 0,0 2 0,0-11 0,-2-5 0,0-9 0,0-3 0,-2-11 0,1-3 0,-1 0 0,0 2 0,1 0 0,-1 4 0,0 10 0,1 3 0,0 7 0,2-2 0,0 7 0,1 15 0,0 3 0,0-28 0,0 21 0,2 18 0,1 15 0,1 10 0,-1 5 0,-2-1 0,-1-7 0,0-6 0,0-8 0,0 0 0,0 6 0,0 9 0,0 20 0,0 29 0,0 40 0,0-13 0,0 7 0,0 26 0,0 9 0,1-19 0,0 4 0,0 1 0,0 5 0,0 1 0,1 2 0,-1 2 0,1 0 0,-1 0 0,0-6 0,1-1 0,-2-1 0,1-9 0,-1-1 0,0-1 0,0-2 0,0-1 0,0-3 0,0 23 0,0-5 0,0-11 0,0-4 0,0-15 0,0-4 0,0 21 0,0-32 0,0-28 0,0-29 0,-5-44 0,1 4 0,-1-9 0,-3-20 0,0-7 0,2 14 0,0-4 0,0-1 0,2 0 0,-1-1 0,2 2 0,-1 6 0,1 1 0,1 2 0,0-17 0,2 6 0,0 25 0,1 4 0,4-31 0,5 16 0,3 13 0,2 6 0,-2-2 0,-4-6 0,-1-11 0,-3-9 0,-3-5 0,0 6 0,-2 14 0,0 22 0,0 23 0,0 22 0,0 15 0,-3 14 0,-5 3 0,-3-6 0,-3-7 0,-4-11 0,-9-2 0,-16 0 0,-16 2 0,-19 2 0,30-8 0,-4 0 0,-4 0 0,-3-1 0,-3-1 0,-2 0 0,0-1 0,0-1 0,4-2 0,2 0 0,-38 1 0,28-3 0,31-2 0,30-2 0,35-4 0,33-4 0,35-5 0,-35 7 0,1 0 0,0 1 0,-1 0 0,-2 0 0,-3 1 0,34-4 0,-21 3 0,-17 1 0,-11 2 0,-7 0 0,-8 0 0,-4 0 0,-6 0 0,-10 3 0,-26 0 0,-43 1 0,9 0 0,-6 0 0,-19 0 0,-6 0 0,-6 0 0,-1 0 0,-1 0 0,2 0 0,9 0 0,5 0 0,16 0 0,6 0 0,-19 0 0,43 0 0,44-2 0,55-8 0,-7-1 0,10-2 0,-8 1 0,6-1 0,2-1 0,14-2 0,3-1 0,-1-1 0,1 2 0,-1-1 0,-2 2 0,-6 1 0,-2 1 0,-3 2 0,13-1 0,-8 2 0,19 2 0,-38 5 0,-38 3 0,-33 0 0,-44 0 0,4 0 0,-7 0 0,-24 0 0,-6 0 0,18 0 0,-3 0 0,0 1 0,-2 0 0,-1 2 0,1 1 0,3 1 0,0 2 0,3 1 0,-20 5 0,6 2 0,20 0 0,6 2 0,-21 8 0,40-10 0,23-5 0,27-5 0,34-4 0,43-1 0,-29 0 0,5 0 0,10 0 0,4 0 0,1 0 0,0 0 0,-13 0 0,-4 0 0,31 0 0,-52 0 0,-42 4 0,-30 10 0,-34 14 0,17-7 0,-5 2 0,-24 7 0,-5 1 0,-5-1 0,0-1 0,3-3 0,3-2 0,15-6 0,7-2 0,0-3 0,27-6 0,18-6 0,8-8 0,3-11 0,2-21 0,1-29 0,0 20 0,1-5 0,1-12 0,1-4 0,2-4 0,1-1 0,1 0 0,0 1 0,1 6 0,0 3 0,-1 10 0,0 5 0,4-25 0,-3 30 0,-5 27 0,-2 30 0,-2 41 0,-2-4 0,0 7 0,-3 22 0,0 7 0,-1 11 0,-1 5 0,2-25 0,-1 1 0,2-2 0,0-5 0,0-2 0,1-4 0,-1 12 0,2-9 0,-1 13 0,3-115 0,0-19 0,1-11 0,2-30 0,2-9 0,0 25 0,1-3 0,1 1 0,0 4 0,1 1 0,1 3 0,4-17 0,0 8 0,-3 26 0,-1 8 0,2-1 0,-7 51 0,-2 45 0,-2-2 0,0 9 0,0 24 0,0 7 0,0 11 0,0 2 0,-1-30 0,0 0 0,0-2 0,-1 23 0,-1-5 0,0-23 0,0-6 0,-2 17 0,2-46 0,3-39 0,0-48 0,5 4 0,3-7 0,6-22 0,3-6 0,-2 26 0,1-2 0,1 1 0,12-30 0,0 4 0,-5 14 0,-1 5 0,-5 20 0,-2 6 0,4-18 0,-10 28 0,-5 19 0,-4 6 0,-1 3 0,0 4 0,-1-2 0,-1-1 0,-3-5 0,-3-9 0,-4-21 0,-1-8 0,3 2 0,3 11 0,5 26 0,2 27 0,4 29 0,5 43 0,-4-31 0,1 3 0,-1 14 0,0 1 0,-2-3 0,-2-3 0,1-14 0,-2-5 0,0 12 0,0-67 0,0-49 0,0 5 0,0-6 0,2-13 0,2-4 0,1-7 0,1 0 0,2 4 0,1 3 0,0 12 0,-1 3 0,4-29 0,-6 30 0,-3 21 0,-2 16 0,-2 30 0,-9 48 0,-3-2 0,-3 10 0,0 1 0,-2 8 0,-1 0 0,-2 5 0,0 2 0,0-1 0,2-4 0,0-2 0,2-2 0,-3 17 0,3-10 0,1 9 0,6-28 0,2-19 0,0-17 0,1-12 0,1-8 0,-2-20 0,-2-33 0,-6-39 0,5 30 0,-1-4 0,-1-4 0,-2-1 0,0 1 0,-1 1 0,0 5 0,1 1 0,2 5 0,0 1 0,-5-32 0,6 20 0,6 23 0,4 20 0,1 18 0,1 23 0,0 27 0,1 33 0,0-11 0,1 8 0,0 18 0,1 5 0,-1-32 0,0 1 0,0 0 0,1 30 0,-1-6 0,0-24 0,-1-8 0,0 20 0,-1-39 0,0-50 0,0-47 0,0 5 0,0-6 0,0-17 0,0-5 0,1-11 0,1-3 0,0 25 0,0 0 0,1-1 0,3-31 0,0 1 0,1 6 0,0 3 0,-1 12 0,-1 5 0,-1 16 0,0 6 0,1-16 0,-1 35 0,-2 21 0,0 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8:03:34.33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6 1 16383,'0'34'0,"0"11"0,0 15 0,0 13 0,0 9 0,0 1 0,0-7 0,0 2 0,2-8 0,-1-8 0,1-7 0,-1-12 0,-1-3 0,0 0 0,0-1 0,0 6 0,0 3 0,0-1 0,0-6 0,0-11 0,0-8 0,0-5 0,0-3 0,0-4 0,0-4 0,0-7 0,0-8 0,0-12 0,0-17 0,0-25 0,0-14 0,0-9 0,0 3 0,0 13 0,0 8 0,0 14 0,0 5 0,0 1 0,0-8 0,0-7 0,0-3 0,0 4 0,0 9 0,0 9 0,0 3 0,1 1 0,1 3 0,0 7 0,-1 8 0,-1 12 0,0 23 0,0 9 0,0 29 0,0 15 0,0-20 0,0 5 0,0 4 0,1 2 0,1-1 0,0-1 0,0-4 0,2-4 0,3 28 0,-1-10 0,0-11 0,0-8 0,-2-6 0,0-5 0,-1 0 0,-1 1 0,0 3 0,-2 2 0,0-4 0,0-10 0,0-11 0,0-11 0,0-10 0,0-15 0,0-8 0,0-29 0,0-49 0,0 35 0,0-2 0,-1-4 0,0 1 0,0 4 0,0 4 0,-2-23 0,0 11 0,1 7 0,0 9 0,2 9 0,0 9 0,0 3 0,0-3 0,0-1 0,0 3 0,0 8 0,0 15 0,0 12 0,0 21 0,0 7 0,0 21 0,0 10 0,0 36 0,0-40 0,0 3 0,-1 2 0,-1 2 0,-1-1 0,-1-2 0,-6 38 0,-2-3 0,3-14 0,3-18 0,1-19 0,3-18 0,1-11 0,1-4 0,0-1 0,0 2 0,0 0 0,0-4 0,0-29 0,0-22 0,0-39 0,0 34 0,1-2 0,1-12 0,0-2 0,-1 2 0,1 0 0,0 6 0,0 3 0,-1-31 0,-1 39 0,0 17 0,0 14 0,2 5 0,1-3 0,3-9 0,3-9 0,1-3 0,-1 6 0,-2 9 0,-3 9 0,-1 7 0,-2 7 0,-1 6 0,0 9 0,1 16 0,0 18 0,1 21 0,0-20 0,0 3 0,-1 3 0,1 2 0,-1-2 0,0-1 0,1 40 0,-2-39 0,0-18 0,0-15 0,0-12 0,0-3 0,0 3 0,0 5 0,0 6 0,0 3 0,0-2 0,0-6 0,0-5 0,0-7 0,0-6 0,0-9 0,0-12 0,0-18 0,0-16 0,0-10 0,0-5 0,0 6 0,0 2 0,0-3 0,0-4 0,0-4 0,0 3 0,-2 14 0,1 19 0,-1 14 0,1 14 0,1 5 0,0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8:03:39.79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131 140 16383,'0'30'0,"0"6"0,0 12 0,0 6 0,0 4 0,0 1 0,0 9 0,0 2 0,0 1 0,0-3 0,0-10 0,0-7 0,0-7 0,2-5 0,0-5 0,1-4 0,-1-1 0,-1 4 0,-1 5 0,0 2 0,0-3 0,0-10 0,0-9 0,0-7 0,0-4 0,0-4 0,0-18 0,0-3 0,0-16 0,0-8 0,0-28 0,0-24 0,0 41 0,0 0 0,0 1 0,0 1 0,0-32 0,0 11 0,2 10 0,-1 5 0,3 3 0,1 1 0,-1 2 0,3 3 0,0 2 0,-1 2 0,0 2 0,-2 10 0,-3 10 0,0 11 0,-1 11 0,0 9 0,0 10 0,0 13 0,0 19 0,-5 34 0,1-34 0,-1 1 0,0 2 0,0-1 0,-5 46 0,3-21 0,3-7 0,2-10 0,1-12 0,1-15 0,0-13 0,0-4 0,0 2 0,0 9 0,0 6 0,0 1 0,0-4 0,0-8 0,0-8 0,0-6 0,-1-2 0,-1 4 0,-1 6 0,-1 3 0,0-1 0,1-3 0,0-1 0,0 3 0,1 1 0,0-1 0,0-3 0,0-6 0,0-4 0,0-5 0,0-7 0,0-8 0,0-8 0,0-18 0,1-16 0,1-11 0,-2-7 0,-1 7 0,-1 3 0,1-1 0,2-5 0,0-7 0,-1-5 0,0 5 0,0 8 0,2 11 0,0 9 0,1 3 0,3 2 0,2 6 0,1 10 0,-1 12 0,-3 9 0,-1 11 0,-1 8 0,1 15 0,0 17 0,1 21 0,0 24 0,1 12 0,-2-47 0,0 0 0,-1 0 0,-1-2 0,2 33 0,-2-20 0,0-25 0,0-16 0,1-3 0,2 5 0,1 5 0,2 4 0,-1 2 0,0 1 0,-2 3 0,-1-1 0,0-5 0,-1-6 0,0-11 0,-1-7 0,0-2 0,0 2 0,0 2 0,0 1 0,0-1 0,0-4 0,0-3 0,0-26 0,0 0 0,0-29 0,0 3 0,0-15 0,0-18 0,0-5 0,0-3 0,0-2 0,0 7 0,0-4 0,0 0 0,0 8 0,0 6 0,0 5 0,0 5 0,0 2 0,0 6 0,0 13 0,0 18 0,0 16 0,0 14 0,0 13 0,0 13 0,0 23 0,-2 30 0,0-35 0,-2 1 0,1 2 0,-2 0 0,-6 46 0,-2-18 0,1-3 0,-1-5 0,1-2 0,2-2 0,-1-2 0,1 0 0,0-3 0,1-4 0,-1-8 0,2-10 0,2-12 0,2-12 0,1-9 0,2-9 0,0-7 0,1-9 0,0-9 0,0-20 0,0-18 0,1-15 0,2-8 0,2 7 0,1 7 0,-2 17 0,-2 19 0,-1 13 0,0-8 0,1-16 0,-1-23 0,-1-13 0,0 5 0,0 11 0,0 14 0,0 12 0,0 9 0,1 11 0,-1 10 0,1 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8:03:49.58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34 192 16383,'4'25'0,"7"5"0,7-2 0,5 0 0,-1-4 0,2-3 0,2 3 0,3 2 0,-2 1 0,-3-3 0,-5-2 0,-4-5 0,-2-2 0,-3-3 0,-3-4 0,-1-1 0,-2-1 0,3 1 0,5 6 0,8 7 0,6 7 0,3 1 0,-3-3 0,-6-6 0,-6-5 0,-5-6 0,-4-2 0,-2-1 0,0 0 0,2 3 0,4 5 0,4 3 0,3 0 0,-1-1 0,-3-4 0,-4-5 0,-3-2 0,-2-3 0,0 0 0,0 0 0,2 0 0,2-3 0,15-6 0,12-5 0,10-6 0,4-2 0,-5 2 0,-3-1 0,-3-2 0,-2 2 0,-1-2 0,1 1 0,-3 0 0,0-1 0,-2-2 0,-2 0 0,-2-3 0,-2 3 0,-1 0 0,-3-1 0,0-2 0,1-4 0,0-1 0,-2 1 0,-3 5 0,-2 4 0,-3 4 0,-1 3 0,0 0 0,0 0 0,-1 3 0,-3 2 0,-2 3 0,-3 2 0,-5 2 0,-5 4 0,-6 5 0,-6 9 0,-11 14 0,-18 20 0,-9 10 0,-3 4 0,6-5 0,14-12 0,7-8 0,6-8 0,4-8 0,0-3 0,0 1 0,-2 4 0,-1 2 0,1-1 0,2-1 0,2-2 0,3-3 0,2 0 0,2-2 0,3-2 0,2-3 0,5-3 0,2-1 0,2-2 0,-2 0 0,-3 1 0,-4 4 0,-5 1 0,-2 1 0,3-3 0,2-5 0,4-2 0,1-4 0,-2-5 0,-5-5 0,-6-7 0,-4-5 0,-1-1 0,3-3 0,2-2 0,1-8 0,1-7 0,-2-5 0,0-2 0,0 1 0,-1 3 0,-3-1 0,-2 0 0,0 4 0,1 5 0,7 9 0,3 7 0,4 2 0,1 0 0,1 4 0,1 3 0,1 6 0,4 4 0,1 2 0,8 12 0,5 5 0,15 20 0,11 13 0,17 25 0,-24-31 0,0 0 0,22 35 0,-10-13 0,-16-26 0,-4-7 0,-1-6 0,1-2 0,6 2 0,3-1 0,1-1 0,-3-3 0,-8-5 0,-6-6 0,-5-3 0,-3-2 0,-2-2 0,0 2 0,6 1 0,6 4 0,3 0 0,3 1 0,-2-3 0,-6-3 0,-2-3 0,-1-4 0,4-4 0,5-6 0,4-5 0,1-3 0,0-2 0,0-1 0,-2-3 0,2-2 0,-1-2 0,0-2 0,2-2 0,0-4 0,1-2 0,1-2 0,-3 1 0,0 0 0,-1 2 0,-1 3 0,-2 3 0,-3 5 0,-2 4 0,-3 1 0,-1 1 0,-2 2 0,-1 2 0,-1 6 0,-4 4 0,-3 4 0,-7 7 0,-9 11 0,-12 12 0,-13 11 0,-20 19 0,-6 4 0,2 3 0,10-5 0,17-11 0,4-1 0,5-6 0,3-3 0,1-2 0,3-4 0,0-1 0,2-1 0,0-1 0,-1 1 0,-1-1 0,1-1 0,3-3 0,4-6 0,6-5 0,4-3 0,2-2 0,0 1 0,-1 0 0,-1-2 0,-1-2 0,1-2 0,-1-2 0,0 1 0,0-1 0,0-2 0,-2-4 0,-4-6 0,-6-5 0,-5-3 0,-4-1 0,-1 2 0,4 1 0,4 0 0,6-1 0,2 1 0,2 0 0,0-1 0,-1-4 0,-2-2 0,-2-3 0,-1 1 0,1 3 0,0 1 0,-1 0 0,-1-6 0,-3-4 0,-2-5 0,1 1 0,2 5 0,2 6 0,1 4 0,1 1 0,0 0 0,1 1 0,2-1 0,1-1 0,0-7 0,0-11 0,1-6 0,-1 3 0,3 9 0,2 16 0,2 9 0,1 9 0,0 10 0,0 7 0,6 28 0,5 11 0,6 9 0,3-1 0,0-14 0,1-2 0,3-1 0,2-4 0,1-2 0,-2-4 0,-1-4 0,1 0 0,-1-1 0,-1-2 0,0-2 0,-3-7 0,-3-5 0,-2-5 0,-2-1 0,2 0 0,2 0 0,2 0 0,2 0 0,-1 2 0,1 0 0,-1-1 0,-1 1 0,-1 0 0,-2 0 0,-1 1 0,-2 0 0,-1 0 0,-1-2 0,-3-5 0,-1-4 0,-1-5 0,1-8 0,3-3 0,8-8 0,8-12 0,4-2 0,1-4 0,-4 1 0,-4 3 0,-1-5 0,0 0 0,2 0 0,3-1 0,4-3 0,5-2 0,1 0 0,-2 3 0,-5 7 0,-4 5 0,-5 4 0,-1 0 0,0-4 0,0 0 0,0 0 0,-2 5 0,-4 4 0,-2 7 0,-3 6 0,-4 5 0,-3 6 0,-10 10 0,-2 4 0,-9 11 0,-4 4 0,-11 14 0,-7 6 0,-6 6 0,1-1 0,6-6 0,2-1 0,3-5 0,6-1 0,2-3 0,2-2 0,0 1 0,-1-1 0,0 0 0,1-2 0,0-2 0,2-2 0,2-1 0,1-1 0,2-2 0,1-2 0,0-3 0,4-3 0,2-5 0,3-5 0,3-3 0,3-2 0,0-1 0,0-2 0,0-1 0,-1 1 0,1-3 0,-1-2 0,-2-4 0,-1-5 0,-3-4 0,-6-3 0,-7-4 0,-4-2 0,-5-2 0,0-1 0,2-4 0,2-4 0,4-3 0,3 0 0,2 5 0,1 7 0,-1 4 0,-3 2 0,-7-4 0,-4-2 0,-1 0 0,3 1 0,8 3 0,5 5 0,7 4 0,3 3 0,4 3 0,1 1 0,-2-1 0,-1 0 0,1 3 0,1 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9:10:45"/>
    </inkml:context>
    <inkml:brush xml:id="br0">
      <inkml:brushProperty name="width" value="0.1" units="cm"/>
      <inkml:brushProperty name="height" value="0.6" units="cm"/>
      <inkml:brushProperty name="color" value="#33CCFF"/>
      <inkml:brushProperty name="inkEffects" value="pencil"/>
    </inkml:brush>
  </inkml:definitions>
  <inkml:trace contextRef="#ctx0" brushRef="#br0">314 623 16383,'0'73'0,"0"19"0,0 24 0,0 23 0,0 16 0,0 8 0,0-81 0,0-1 0,2 72 0,1-31 0,0-34 0,-1-24 0,-2-18 0,0-5 0,0-6 0,0-16 0,0-26 0,0-49 0,0-54 0,0 22 0,0-7 0,0-19 0,0-4 0,0-1 0,0 0 0,0 4 0,0 3 0,0 19 0,0 6 0,0-47 0,0 31 0,0 29 0,-1 14 0,-4 3 0,-4 3 0,-3 3 0,0 4 0,1 9 0,2 5 0,0 9 0,3 12 0,2 18 0,2 39 0,2 61 0,2 55 0,0-64 0,1 6 0,3 27 0,1 5 0,0-4 0,1-1 0,-1-7 0,0-3 0,0-11 0,0-8 0,5 31 0,2-20 0,-1-20 0,-3-12 0,-6-9 0,1-8 0,-3-15 0,0-14 0,0-12 0,-2-15 0,0-25 0,-1-51 0,-12-73 0,-1 36 0,-2-12 0,-5-39 0,-2-8 0,5 46 0,0-1 0,1 1 0,3 7 0,1 1 0,1 5 0,-2-30 0,4 13 0,-2-37 0,8 53 0,-1 18 0,-3 11 0,0 10 0,1 14 0,-1 19 0,0 17 0,-2 20 0,-5 31 0,-4 48 0,7 10 0,2 14 0,1 20 0,1 7 0,2 8 0,2 0 0,2-6 0,0-7 0,2-33 0,0-7 0,0 68 0,0-22 0,0-13 0,2-13 0,1-20 0,0-26 0,-1-24 0,-1-16 0,-1-6 0,0 4 0,0 3 0,2 3 0,1-2 0,0-9 0,2-12 0,-1-48 0,-1-68 0,0 33 0,-1-6 0,2-23 0,0-4 0,2-1 0,2 0 0,3 3 0,3 3 0,1 3 0,3 3 0,1 12 0,3 4 0,22-68 0,-2 30 0,-6 29 0,-9 35 0,-7 26 0,-8 24 0,-6 25 0,-4 46 0,-2 61 0,0-34 0,0 6 0,1 19 0,-2 6 0,0 19 0,-1 2 0,-3 0 0,-1-3 0,-2-12 0,-1-7 0,0-22 0,-2-9 0,-8 18 0,6-40 0,3-22 0,5-13 0,3-15 0,2-21 0,0-29 0,-5-47 0,-8-46 0,4 51 0,-2-6 0,-2-20 0,0-4 0,2 3 0,1 2 0,3 10 0,1 4 0,0-56 0,6 62 0,0 23 0,0 19 0,0 15 0,0 17 0,-5 58 0,-6 31 0,-7 77 0,6-66 0,-1 3 0,1 4 0,0 3 0,0 9 0,0-1 0,2-13 0,2-5 0,-5 48 0,5-51 0,5-65 0,1-24 0,7-38 0,13-58 0,-2 23 0,4-10 0,12-47 0,3-10 0,5-9 0,1-1 0,-1 8 0,-2 5 0,-6 22 0,-1 14 0,7-7 0,-13 42 0,-7 30 0,-7 17 0,-3 11 0,-5 7 0,0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8:35:24.97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213 145 16383,'0'83'0,"0"-33"0,0 4 0,0 16 0,0 5 0,0 11 0,0 2 0,0 10 0,0 1 0,0-29 0,0 0 0,0 1 0,0 0 0,0 0 0,0 2 0,0 10 0,0 3 0,0 1 0,0-1 0,0 0 0,0 1 0,0-1 0,1 0 0,1-1 0,-1-1 0,2-1 0,-1-3 0,3 18 0,0-2 0,2-3 0,0-2 0,-2-7 0,1-4 0,-2-8 0,0-3 0,-2-5 0,0-3 0,-2-7 0,0 0 0,0-4 0,0 1 0,0 48 0,0-47 0,0 3 0,0 6 0,0 3 0,0 3 0,0 1 0,1 4 0,0-2 0,1-3 0,-1-2 0,0-11 0,1-4 0,0 28 0,-2-27 0,0-15 0,0-2 0,0 1 0,0-1 0,0-9 0,0-10 0,0-13 0,0-14 0,0-19 0,0-27 0,-3-2 0,-3-11 0,1 7 0,-1-5 0,-1-3 0,-1-17 0,-1-4 0,0-3 0,2 17 0,0-3 0,-1 0 0,2 1 0,0 2 0,1 0 0,1 1 0,-1 0 0,1-22 0,0 2 0,1 1 0,1 6 0,0 2 0,1 2 0,1 7 0,0 1 0,0 0 0,0 1 0,0 1 0,0 0 0,0 0 0,0 1 0,0 0 0,0 3 0,0 0 0,0 2 0,0 3 0,0 1 0,0 1 0,0-25 0,0 2 0,0 3 0,0 2 0,0 2 0,0 0 0,0 3 0,0 2 0,0 4 0,0 2 0,0 3 0,0 2 0,0 4 0,0 2 0,0 7 0,0 2 0,0-32 0,0 27 0,0 18 0,0 17 0,0 13 0,0 61 0,0 39 0,0-2 0,0 12 0,0-22 0,0 4 0,0 6 0,0 2 0,0 8 0,0 2 0,0 1 0,0-16 0,0 2 0,0 0 0,0 1 0,0-2 0,0 0 0,0 0 0,0 0 0,0-1 0,0-2 0,0 14 0,0 0 0,0-3 0,-1-7 0,0 0 0,-1-6 0,0-2 0,-1-6 0,0-1 0,0-3 0,-1 22 0,-1-4 0,0-10 0,0-2 0,2-8 0,1-1 0,-1-4 0,1 0 0,-1 0 0,-1 1 0,1 0 0,0 1 0,-1 6 0,-1-1 0,1-4 0,-1-1 0,2-2 0,-1-2 0,0-4 0,0-3 0,-3 33 0,-1-13 0,-1-12 0,1-10 0,0-9 0,3-10 0,1-16 0,3-14 0,1-26 0,0-39 0,0 5 0,0-8 0,0-24 0,0-9 0,0 16 0,0-6 0,0-3 0,0 8 0,1-3 0,1-3 0,-1 1 0,2-3 0,-1-1 0,1 0 0,1 1 0,0 1 0,1 1 0,0 1 0,0 2 0,1 7 0,0 2 0,0 2 0,1 2 0,2-10 0,0 4 0,1 1 0,-1 4 0,1 1 0,-1 1 0,5-26 0,0 2 0,-1 2 0,0 1 0,-2 5 0,0 1 0,-2 3 0,-1 0 0,0-3 0,-1 0 0,-1 3 0,-1 0 0,1-2 0,-1 0 0,1 2 0,0 1 0,-1 6 0,1 3 0,0 10 0,0 3 0,5-31 0,-3 30 0,-3 30 0,-3 18 0,-1 11 0,-2 25 0,1 39 0,0 5 0,0 13 0,0-6 0,0 6 0,0 4 0,0-8 0,0 3 0,0 3 0,0 3 0,0-2 0,0 3 0,0 2 0,0 1 0,0-2 0,0 0 0,0 0 0,0-1 0,0 1 0,0-2 0,0 17 0,0-1 0,0-2 0,0-2 0,0-9 0,0-2 0,0-3 0,0-5 0,1 0 0,0-5 0,0-2 0,2 25 0,0-4 0,0-13 0,0-3 0,0-8 0,0-3 0,-2-4 0,0-2 0,-1-6 0,0-1 0,0 44 0,0-4 0,1-39 0,0 2 0,1 4 0,1 2 0,0 3 0,2-1 0,-1-1 0,0-2 0,1 32 0,-3-28 0,-1-26 0,-1-23 0,0-21 0,0-22 0,-2-35 0,-1 13 0,-1-6 0,-2-22 0,-1-7 0,1 10 0,0-3 0,-1-4 0,0-13 0,0-4 0,0-2 0,3 19 0,0-2 0,0 0 0,0 0 0,1-1 0,0-1 0,1 1 0,0 1 0,0 4 0,1 1 0,1 2 0,-1 1 0,1-16 0,0 3 0,0 2 0,0 4 0,-1 2 0,2 0 0,0 3 0,0 2 0,1-1 0,0 0 0,0 0 0,1 1 0,1 0 0,0 2 0,0 1 0,4-27 0,0 4 0,0 10 0,0 3 0,-1 13 0,0 2 0,0 3 0,-1 0 0,0 1 0,-1 1 0,-1-2 0,0 0 0,-1-3 0,-1 0 0,-1 7 0,0 2 0,0-35 0,-1 32 0,0 35 0,0 34 0,0 45 0,-2-1 0,-1 7 0,-3 30 0,-1 11 0,-1-10 0,1 7 0,-2 6 0,2-25 0,0 4 0,0 3 0,0 2 0,0-1 0,0 7 0,-1 1 0,2 1 0,-1 0 0,0 0 0,1 0 0,0 2 0,-1-1 0,2-1 0,-1-1 0,2-5 0,-1-1 0,1-1 0,0-2 0,1-3 0,0 4 0,0-3 0,1-3 0,-1 0 0,0 17 0,0-2 0,-1-3 0,1-10 0,0-2 0,0-2 0,-1-9 0,1-1 0,-1-2 0,-1 26 0,1-3 0,1-9 0,1-2 0,0-7 0,1-3 0,1-6 0,0-2 0,0-5 0,0-1 0,0 37 0,0-3 0,0 10 0,0-42 0,0 0 0,0 4 0,0 0 0,0-4 0,0-2 0,0 30 0,0-27 0,0-28 0,0-16 0,0-13 0,0-18 0,-3-29 0,-1 0 0,-2-10 0,-5-28 0,-3-11 0,1 14 0,0-6 0,-1-4 0,3 13 0,0-2 0,0-2 0,1-1 0,1-1 0,-1-2 0,2 1 0,1 1 0,1 2 0,1 2 0,1 0 0,0 2 0,2-18 0,0 1 0,1 4 0,1 9 0,0 2 0,0 1 0,0 4 0,0 2 0,0-1 0,0 0 0,0 0 0,0-1 0,1-1 0,0-1 0,0 0 0,1-1 0,0-1 0,1 1 0,0 0 0,0-1 0,1 1 0,0 5 0,1 0 0,1 1 0,-1 4 0,1 0 0,0 1 0,1 0 0,-1 0 0,0 1 0,3-30 0,0 0 0,-1 5 0,-1 1 0,-1 9 0,0 3 0,0 13 0,1 5 0,5-35 0,0 25 0,-1 21 0,-3 14 0,-2 13 0,-3 19 0,-2 33 0,-1 41 0,-4-7 0,0 7 0,-2 21 0,0 6 0,1-20 0,-1 3 0,1 5 0,0-6 0,1 5 0,1 1 0,0 0 0,0 2 0,1 0 0,1 1 0,-1-1 0,1-1 0,0 0 0,0-1 0,0-2 0,1 21 0,0-2 0,0-5 0,0-23 0,0-4 0,0 0 0,1 31 0,1-2 0,1-6 0,0-1 0,0-2 0,1-1 0,0-1 0,0-3 0,-1-8 0,-1-2 0,0-6 0,-1-2 0,0-12 0,-1-2 0,0 39 0,0-16 0,0-5 0,0-5 0,0-8 0,0-13 0,0-15 0,0-10 0,0-4 0,0-2 0,0-5 0,0-45 0,0-26 0,0-14 0,0-17 0,-1 6 0,0-8 0,-2-6 0,0 11 0,-1-4 0,0-4 0,-1 0 0,0 10 0,0-3 0,0 0 0,0 0 0,-1 2 0,1 4 0,-1 1 0,0 0 0,0 2 0,1 3 0,-2-7 0,1 2 0,0 3 0,1 3 0,0-13 0,0 4 0,2 4 0,0-11 0,1 7 0,0 12 0,1 6 0,1 15 0,0 4 0,0-21 0,0 24 0,0 21 0,0 12 0,0 6 0,2-8 0,2-15 0,3-15 0,-1-5 0,-2 10 0,-2 16 0,-2 35 0,0 51 0,0 0 0,0 10 0,0-3 0,0 6 0,0 4 0,0-6 0,0 3 0,0 3 0,0 2 0,0-3 0,0 4 0,0 2 0,0 0 0,0 0 0,0 0 0,0 0 0,0 1 0,0-1 0,0-2 0,0 15 0,0 0 0,0-3 0,0-3 0,-1 12 0,1-4 0,-1-8 0,0 6 0,-1-9 0,0-14 0,-1-4 0,-1 28 0,1-31 0,0-32 0,1-15 0,1-6 0,-1-6 0,2-1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8:36:01.69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170 104 16383,'30'0'0,"30"0"0,34 0 0,-33 0 0,2 0 0,1 0 0,0 0 0,-5 0 0,-1 0 0,-7 0 0,-2 0 0,24 2 0,-24 2 0,-20 1 0,-13 0 0,-7-1 0,-1-3 0,-3-1 0,-4 0 0,-13 0 0,-19 0 0,-21 0 0,-19 3 0,-10 2 0,-2 2 0,6-1 0,10-2 0,17-2 0,12-2 0,8 0 0,8 0 0,3 0 0,11 0 0,37 0 0,17 0 0,34 0 0,-10-2 0,-16 0 0,-22 0 0,-28 0 0,-29 2 0,-37 0 0,-29 0 0,36 0 0,-1 0 0,0 0 0,2 0 0,-38 0 0,28 0 0,33 0 0,34-2 0,38-3 0,31-3 0,24-5 0,-45 8 0,0-1 0,35-3 0,-24 2 0,-26 5 0,-20 1 0,-19 1 0,-24-2 0,-33-3 0,-29-1 0,35 3 0,-1-1 0,2 1 0,1 0 0,-32 0 0,35 1 0,59 2 0,61 0 0,-15 0 0,5 0 0,11 0 0,3 0 0,-5 0 0,-2 0 0,-11 0 0,-4 0 0,23 1 0,-36 1 0,-24 1 0,-21 2 0,-27 1 0,-31 3 0,-28 1 0,38-6 0,0 0 0,-46 0 0,21-2 0,28-2 0,26 0 0,34 0 0,41 2 0,45 6 0,-34-3 0,1 1 0,4-1 0,-2 1 0,-8-1 0,-5-1 0,23 1 0,-33-3 0,-45 3 0,-46 1 0,-39 6 0,29-4 0,-3-1 0,-1 1 0,1 1 0,9-2 0,3 1 0,-23 3 0,39-5 0,52-4 0,54-2 0,-18 0 0,6 0 0,12 0 0,1 0 0,-3 0 0,-3 0 0,-11 0 0,-4 0 0,21 0 0,-39 0 0,-32 0 0,-31 0 0,-37 0 0,-34 0 0,39 1 0,-1 1 0,-1-1 0,1 0 0,6 2 0,3-1 0,-27 3 0,31-3 0,25 0 0,23-2 0,24 0 0,35-5 0,27-5 0,-32 3 0,1-1 0,-1-2 0,-2 0 0,27-8 0,-24 2 0,-31 5 0,-35 2 0,-45 1 0,8 4 0,-7 1 0,-12-1 0,-3 2 0,-6 0 0,1 2 0,3 0 0,3 0 0,11 0 0,5 0 0,-26 0 0,44 0 0,36-3 0,44-6 0,47-11 0,-32 8 0,5-1 0,7-1 0,0 1 0,-6 1 0,-3 2 0,31-4 0,-38 5 0,-53 6 0,-52 2 0,-40 1 0,32 0 0,-3 0 0,-3 1 0,1 0 0,8 1 0,3 1 0,-30 2 0,37-1 0,44-2 0,49-2 0,3 0 0,9 0 0,26 0 0,5 0 0,-24 0 0,2 0 0,-1 0 0,32 0 0,-3 0 0,-16 0 0,-6 0 0,23 0 0,-41 0 0,-43 0 0,-82 0 0,-12 0 0,13 0 0,-3 0 0,13 0 0,3 1 0,-38 2 0,29 2 0,32 1 0,44-2 0,45-1 0,32-3 0,-34 0 0,0 0 0,-5 0 0,-2 0 0,28 0 0,-26 0 0,-30 1 0,-23 2 0,-27 5 0,-38 5 0,-29 5 0,36-7 0,-2 3 0,-2 1 0,2 1 0,7-1 0,3 1 0,-29 12 0,44-8 0,58-11 0,61-4 0,-16-4 0,6 0 0,8-1 0,1 0 0,-5 0 0,-4 0 0,-14 0 0,-6 0 0,11 0 0,-38 0 0,-41 0 0,-30 0 0,-30 0 0,-19 0 0,-2 2 0,6 7 0,16 5 0,35-4 0,17-1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9:16:44.241"/>
    </inkml:context>
    <inkml:brush xml:id="br0">
      <inkml:brushProperty name="width" value="0.1" units="cm"/>
      <inkml:brushProperty name="height" value="0.6" units="cm"/>
      <inkml:brushProperty name="color" value="#33CCFF"/>
      <inkml:brushProperty name="inkEffects" value="pencil"/>
    </inkml:brush>
  </inkml:definitions>
  <inkml:trace contextRef="#ctx0" brushRef="#br0">0 33 16383,'0'26'0,"0"9"0,0 21 0,0 11 0,0 1 0,0-2 0,0-9 0,0-3 0,0 1 0,0-8 0,0-2 0,0-2 0,0 10 0,0 8 0,0 1 0,0-10 0,2-22 0,1-16 0,0-22 0,-1-28 0,-1-23 0,-1-27 0,0 21 0,0-5 0,2-9 0,0-1 0,0-1 0,1 1 0,-1 9 0,0 5 0,2-12 0,-1 35 0,0 24 0,0 17 0,0 24 0,1 38 0,-2-9 0,0 6 0,0 18 0,0 5 0,0 7 0,0 0 0,-2-3 0,0-3 0,0-12 0,0-6 0,0 26 0,0-34 0,0-30 0,0-19 0,0-51 0,0-43 0,0 9 0,0-8 0,0-2 0,0 0 0,0 4 0,0 6 0,0 19 0,0 8 0,0 3 0,0 33 0,0 84 0,0 12 0,0-10 0,0 5 0,0-7 0,0-1 0,1-6 0,0-3 0,2 31 0,0-39 0,0-49 0,-2-30 0,-1-25 0,0-13 0,0-22 0,0-4 0,0 5 0,0 17 0,0 39 0,0 30 0,0 33 0,0 40 0,0-13 0,0 6 0,0 6 0,0 2 0,1-5 0,1-3 0,1-11 0,1-5 0,3 6 0,2-18 0,-3-14 0,-2-18 0,1-20 0,-1-30 0,3-30 0,-1 10 0,-1-6 0,0-8 0,0-1 0,0 3 0,1 4 0,-2 11 0,0 8 0,0 2 0,1 26 0,-2 12 0,0 1 0,0-6 0,-3-6 0,0 3 0,0 23 0,0 33 0,0 36 0,0 27 0,0-45 0,0-1 0,3 47 0,1-19 0,1-21 0,-2-13 0,-3-7 0,0 5 0,0 4 0,3-3 0,0-5 0,0-16 0,0-13 0,-3-11 0,0-14 0,-6-42 0,-10-41 0,4 33 0,-1-4 0,-1-3 0,-1 2 0,3 15 0,0 4 0,-6-27 0,7 31 0,5 13 0,4 0 0,2 5 0,0 6 0,0 10 0,0 16 0,0 19 0,0 35 0,2 2 0,0 9 0,3 14 0,-1 4 0,1 3 0,0-2 0,0-11 0,1-7 0,0 12 0,-2-33 0,-2-27 0,-2-9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9:04:49.450"/>
    </inkml:context>
    <inkml:brush xml:id="br0">
      <inkml:brushProperty name="width" value="0.1" units="cm"/>
      <inkml:brushProperty name="height" value="0.6" units="cm"/>
      <inkml:brushProperty name="color" value="#33CCFF"/>
      <inkml:brushProperty name="inkEffects" value="pencil"/>
    </inkml:brush>
  </inkml:definitions>
  <inkml:trace contextRef="#ctx0" brushRef="#br0">193 383 16383,'0'45'0,"0"11"0,0 16 0,0 13 0,0 10 0,0 5 0,0-50 0,0 0 0,1 44 0,1-19 0,0-21 0,-1-14 0,-1-12 0,0-3 0,0-4 0,0-9 0,0-16 0,0-30 0,0-34 0,0 14 0,0-5 0,0-11 0,0-2 0,0-1 0,0 0 0,0 2 0,0 3 0,0 10 0,0 5 0,0-30 0,0 20 0,0 18 0,-1 8 0,-2 2 0,-2 2 0,-2 1 0,-1 4 0,1 4 0,2 4 0,-1 5 0,3 7 0,0 12 0,2 24 0,1 37 0,1 34 0,0-39 0,1 3 0,2 17 0,0 3 0,1-3 0,-1 0 0,1-4 0,-1-2 0,0-8 0,1-4 0,2 19 0,1-12 0,0-13 0,-2-6 0,-3-6 0,0-6 0,-2-8 0,1-9 0,-1-8 0,-1-9 0,0-15 0,-1-31 0,-7-45 0,0 21 0,-2-6 0,-3-24 0,-1-6 0,3 29 0,0-1 0,1 1 0,1 4 0,0 1 0,2 3 0,-1-18 0,1 7 0,0-22 0,5 32 0,-1 12 0,-2 6 0,0 6 0,0 8 0,0 13 0,1 10 0,-2 12 0,-4 19 0,-1 30 0,3 6 0,2 9 0,1 12 0,0 3 0,1 6 0,2 1 0,0-5 0,1-4 0,1-20 0,0-5 0,0 43 0,0-15 0,0-7 0,2-8 0,-1-13 0,1-15 0,0-16 0,-2-9 0,0-4 0,0 3 0,0 2 0,1 1 0,1-1 0,0-5 0,1-8 0,-1-30 0,0-41 0,0 21 0,0-5 0,0-13 0,0-3 0,2-1 0,1 0 0,2 3 0,1 0 0,1 3 0,2 2 0,1 7 0,2 3 0,13-42 0,-1 18 0,-4 18 0,-6 21 0,-3 17 0,-6 14 0,-3 16 0,-3 27 0,-1 39 0,0-22 0,0 5 0,0 10 0,0 5 0,-1 11 0,0 2 0,-2-1 0,-1-2 0,-1-7 0,0-4 0,-1-13 0,-1-6 0,-4 11 0,3-25 0,2-13 0,3-8 0,1-10 0,2-12 0,0-19 0,-3-28 0,-4-28 0,1 31 0,-1-3 0,-1-13 0,0-3 0,1 3 0,1 1 0,2 6 0,0 2 0,0-34 0,4 38 0,0 14 0,0 12 0,0 9 0,0 10 0,-3 37 0,-3 18 0,-5 47 0,3-40 0,0 1 0,1 4 0,0 1 0,-1 5 0,0 1 0,3-9 0,-1-4 0,-1 31 0,2-32 0,3-40 0,1-15 0,4-23 0,7-35 0,1 13 0,1-6 0,7-28 0,3-6 0,3-7 0,0 0 0,-1 6 0,0 2 0,-4 14 0,-2 8 0,6-4 0,-9 26 0,-4 18 0,-4 11 0,-2 7 0,-4 3 0,2 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23:37:18.50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 16383,'0'0'0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23:37:40.33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6 1 16383,'0'34'0,"0"11"0,0 15 0,0 13 0,0 9 0,0 1 0,0-7 0,0 2 0,2-8 0,-1-8 0,1-7 0,-1-12 0,-1-3 0,0 0 0,0-1 0,0 6 0,0 3 0,0-1 0,0-6 0,0-11 0,0-8 0,0-5 0,0-3 0,0-4 0,0-4 0,0-7 0,0-8 0,0-12 0,0-17 0,0-25 0,0-14 0,0-9 0,0 3 0,0 13 0,0 8 0,0 14 0,0 5 0,0 1 0,0-8 0,0-7 0,0-3 0,0 4 0,0 9 0,0 9 0,0 3 0,1 1 0,1 3 0,0 7 0,-1 8 0,-1 12 0,0 23 0,0 9 0,0 29 0,0 15 0,0-20 0,0 5 0,0 4 0,1 2 0,1-1 0,0-1 0,0-4 0,2-4 0,3 28 0,-1-10 0,0-11 0,0-8 0,-2-6 0,0-5 0,-1 0 0,-1 1 0,0 3 0,-2 2 0,0-4 0,0-10 0,0-11 0,0-11 0,0-10 0,0-15 0,0-8 0,0-29 0,0-49 0,0 35 0,0-2 0,-1-4 0,0 1 0,0 4 0,0 4 0,-2-23 0,0 11 0,1 7 0,0 9 0,2 9 0,0 9 0,0 3 0,0-3 0,0-1 0,0 3 0,0 8 0,0 15 0,0 12 0,0 21 0,0 7 0,0 21 0,0 10 0,0 36 0,0-40 0,0 3 0,-1 2 0,-1 2 0,-1-1 0,-1-2 0,-6 38 0,-2-3 0,3-14 0,3-18 0,1-19 0,3-18 0,1-11 0,1-4 0,0-1 0,0 2 0,0 0 0,0-4 0,0-29 0,0-22 0,0-39 0,0 34 0,1-2 0,1-12 0,0-2 0,-1 2 0,1 0 0,0 6 0,0 3 0,-1-31 0,-1 39 0,0 17 0,0 14 0,2 5 0,1-3 0,3-9 0,3-9 0,1-3 0,-1 6 0,-2 9 0,-3 9 0,-1 7 0,-2 7 0,-1 6 0,0 9 0,1 16 0,0 18 0,1 21 0,0-20 0,0 3 0,-1 3 0,1 2 0,-1-2 0,0-1 0,1 40 0,-2-39 0,0-18 0,0-15 0,0-12 0,0-3 0,0 3 0,0 5 0,0 6 0,0 3 0,0-2 0,0-6 0,0-5 0,0-7 0,0-6 0,0-9 0,0-12 0,0-18 0,0-16 0,0-10 0,0-5 0,0 6 0,0 2 0,0-3 0,0-4 0,0-4 0,0 3 0,-2 14 0,1 19 0,-1 14 0,1 14 0,1 5 0,0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23:37:40.33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131 140 16383,'0'30'0,"0"6"0,0 12 0,0 6 0,0 4 0,0 1 0,0 9 0,0 2 0,0 1 0,0-3 0,0-10 0,0-7 0,0-7 0,2-5 0,0-5 0,1-4 0,-1-1 0,-1 4 0,-1 5 0,0 2 0,0-3 0,0-10 0,0-9 0,0-7 0,0-4 0,0-4 0,0-18 0,0-3 0,0-16 0,0-8 0,0-28 0,0-24 0,0 41 0,0 0 0,0 1 0,0 1 0,0-32 0,0 11 0,2 10 0,-1 5 0,3 3 0,1 1 0,-1 2 0,3 3 0,0 2 0,-1 2 0,0 2 0,-2 10 0,-3 10 0,0 11 0,-1 11 0,0 9 0,0 10 0,0 13 0,0 19 0,-5 34 0,1-34 0,-1 1 0,0 2 0,0-1 0,-5 46 0,3-21 0,3-7 0,2-10 0,1-12 0,1-15 0,0-13 0,0-4 0,0 2 0,0 9 0,0 6 0,0 1 0,0-4 0,0-8 0,0-8 0,0-6 0,-1-2 0,-1 4 0,-1 6 0,-1 3 0,0-1 0,1-3 0,0-1 0,0 3 0,1 1 0,0-1 0,0-3 0,0-6 0,0-4 0,0-5 0,0-7 0,0-8 0,0-8 0,0-18 0,1-16 0,1-11 0,-2-7 0,-1 7 0,-1 3 0,1-1 0,2-5 0,0-7 0,-1-5 0,0 5 0,0 8 0,2 11 0,0 9 0,1 3 0,3 2 0,2 6 0,1 10 0,-1 12 0,-3 9 0,-1 11 0,-1 8 0,1 15 0,0 17 0,1 21 0,0 24 0,1 12 0,-2-47 0,0 0 0,-1 0 0,-1-2 0,2 33 0,-2-20 0,0-25 0,0-16 0,1-3 0,2 5 0,1 5 0,2 4 0,-1 2 0,0 1 0,-2 3 0,-1-1 0,0-5 0,-1-6 0,0-11 0,-1-7 0,0-2 0,0 2 0,0 2 0,0 1 0,0-1 0,0-4 0,0-3 0,0-26 0,0 0 0,0-29 0,0 3 0,0-15 0,0-18 0,0-5 0,0-3 0,0-2 0,0 7 0,0-4 0,0 0 0,0 8 0,0 6 0,0 5 0,0 5 0,0 2 0,0 6 0,0 13 0,0 18 0,0 16 0,0 14 0,0 13 0,0 13 0,0 23 0,-2 30 0,0-35 0,-2 1 0,1 2 0,-2 0 0,-6 46 0,-2-18 0,1-3 0,-1-5 0,1-2 0,2-2 0,-1-2 0,1 0 0,0-3 0,1-4 0,-1-8 0,2-10 0,2-12 0,2-12 0,1-9 0,2-9 0,0-7 0,1-9 0,0-9 0,0-20 0,0-18 0,1-15 0,2-8 0,2 7 0,1 7 0,-2 17 0,-2 19 0,-1 13 0,0-8 0,1-16 0,-1-23 0,-1-13 0,0 5 0,0 11 0,0 14 0,0 12 0,0 9 0,1 11 0,-1 10 0,1 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23:37:40.33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34 192 16383,'4'25'0,"7"5"0,7-2 0,5 0 0,-1-4 0,2-3 0,2 3 0,3 2 0,-2 1 0,-3-3 0,-5-2 0,-4-5 0,-2-2 0,-3-3 0,-3-4 0,-1-1 0,-2-1 0,3 1 0,5 6 0,8 7 0,6 7 0,3 1 0,-3-3 0,-6-6 0,-6-5 0,-5-6 0,-4-2 0,-2-1 0,0 0 0,2 3 0,4 5 0,4 3 0,3 0 0,-1-1 0,-3-4 0,-4-5 0,-3-2 0,-2-3 0,0 0 0,0 0 0,2 0 0,2-3 0,15-6 0,12-5 0,10-6 0,4-2 0,-5 2 0,-3-1 0,-3-2 0,-2 2 0,-1-2 0,1 1 0,-3 0 0,0-1 0,-2-2 0,-2 0 0,-2-3 0,-2 3 0,-1 0 0,-3-1 0,0-2 0,1-4 0,0-1 0,-2 1 0,-3 5 0,-2 4 0,-3 4 0,-1 3 0,0 0 0,0 0 0,-1 3 0,-3 2 0,-2 3 0,-3 2 0,-5 2 0,-5 4 0,-6 5 0,-6 9 0,-11 14 0,-18 20 0,-9 10 0,-3 4 0,6-5 0,14-12 0,7-8 0,6-8 0,4-8 0,0-3 0,0 1 0,-2 4 0,-1 2 0,1-1 0,2-1 0,2-2 0,3-3 0,2 0 0,2-2 0,3-2 0,2-3 0,5-3 0,2-1 0,2-2 0,-2 0 0,-3 1 0,-4 4 0,-5 1 0,-2 1 0,3-3 0,2-5 0,4-2 0,1-4 0,-2-5 0,-5-5 0,-6-7 0,-4-5 0,-1-1 0,3-3 0,2-2 0,1-8 0,1-7 0,-2-5 0,0-2 0,0 1 0,-1 3 0,-3-1 0,-2 0 0,0 4 0,1 5 0,7 9 0,3 7 0,4 2 0,1 0 0,1 4 0,1 3 0,1 6 0,4 4 0,1 2 0,8 12 0,5 5 0,15 20 0,11 13 0,17 25 0,-24-31 0,0 0 0,22 35 0,-10-13 0,-16-26 0,-4-7 0,-1-6 0,1-2 0,6 2 0,3-1 0,1-1 0,-3-3 0,-8-5 0,-6-6 0,-5-3 0,-3-2 0,-2-2 0,0 2 0,6 1 0,6 4 0,3 0 0,3 1 0,-2-3 0,-6-3 0,-2-3 0,-1-4 0,4-4 0,5-6 0,4-5 0,1-3 0,0-2 0,0-1 0,-2-3 0,2-2 0,-1-2 0,0-2 0,2-2 0,0-4 0,1-2 0,1-2 0,-3 1 0,0 0 0,-1 2 0,-1 3 0,-2 3 0,-3 5 0,-2 4 0,-3 1 0,-1 1 0,-2 2 0,-1 2 0,-1 6 0,-4 4 0,-3 4 0,-7 7 0,-9 11 0,-12 12 0,-13 11 0,-20 19 0,-6 4 0,2 3 0,10-5 0,17-11 0,4-1 0,5-6 0,3-3 0,1-2 0,3-4 0,0-1 0,2-1 0,0-1 0,-1 1 0,-1-1 0,1-1 0,3-3 0,4-6 0,6-5 0,4-3 0,2-2 0,0 1 0,-1 0 0,-1-2 0,-1-2 0,1-2 0,-1-2 0,0 1 0,0-1 0,0-2 0,-2-4 0,-4-6 0,-6-5 0,-5-3 0,-4-1 0,-1 2 0,4 1 0,4 0 0,6-1 0,2 1 0,2 0 0,0-1 0,-1-4 0,-2-2 0,-2-3 0,-1 1 0,1 3 0,0 1 0,-1 0 0,-1-6 0,-3-4 0,-2-5 0,1 1 0,2 5 0,2 6 0,1 4 0,1 1 0,0 0 0,1 1 0,2-1 0,1-1 0,0-7 0,0-11 0,1-6 0,-1 3 0,3 9 0,2 16 0,2 9 0,1 9 0,0 10 0,0 7 0,6 28 0,5 11 0,6 9 0,3-1 0,0-14 0,1-2 0,3-1 0,2-4 0,1-2 0,-2-4 0,-1-4 0,1 0 0,-1-1 0,-1-2 0,0-2 0,-3-7 0,-3-5 0,-2-5 0,-2-1 0,2 0 0,2 0 0,2 0 0,2 0 0,-1 2 0,1 0 0,-1-1 0,-1 1 0,-1 0 0,-2 0 0,-1 1 0,-2 0 0,-1 0 0,-1-2 0,-3-5 0,-1-4 0,-1-5 0,1-8 0,3-3 0,8-8 0,8-12 0,4-2 0,1-4 0,-4 1 0,-4 3 0,-1-5 0,0 0 0,2 0 0,3-1 0,4-3 0,5-2 0,1 0 0,-2 3 0,-5 7 0,-4 5 0,-5 4 0,-1 0 0,0-4 0,0 0 0,0 0 0,-2 5 0,-4 4 0,-2 7 0,-3 6 0,-4 5 0,-3 6 0,-10 10 0,-2 4 0,-9 11 0,-4 4 0,-11 14 0,-7 6 0,-6 6 0,1-1 0,6-6 0,2-1 0,3-5 0,6-1 0,2-3 0,2-2 0,0 1 0,-1-1 0,0 0 0,1-2 0,0-2 0,2-2 0,2-1 0,1-1 0,2-2 0,1-2 0,0-3 0,4-3 0,2-5 0,3-5 0,3-3 0,3-2 0,0-1 0,0-2 0,0-1 0,-1 1 0,1-3 0,-1-2 0,-2-4 0,-1-5 0,-3-4 0,-6-3 0,-7-4 0,-4-2 0,-5-2 0,0-1 0,2-4 0,2-4 0,4-3 0,3 0 0,2 5 0,1 7 0,-1 4 0,-3 2 0,-7-4 0,-4-2 0,-1 0 0,3 1 0,8 3 0,5 5 0,7 4 0,3 3 0,4 3 0,1 1 0,-2-1 0,-1 0 0,1 3 0,1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0:25:45.04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168 38 16383,'30'0'0,"22"0"0,30 0 0,-28 0 0,3 0 0,6 0 0,1 0 0,1 0 0,3 0 0,31 0 0,1 0 0,-30 0 0,-1 0 0,24 0 0,-1 0 0,-35 0 0,-4 0 0,-1 0 0,-1 0 0,0 0 0,0 0 0,40-1 0,-5 0 0,1-2 0,1-1 0,5-1 0,1 0 0,2 1 0,-7 2 0,-8 0 0,-7 2 0,-11 0 0,-4 0 0,-8 0 0,-7 0 0,-7 0 0,-6 0 0,-4 0 0,-3 0 0,-3-1 0,-3-1 0,0 0 0,-2 0 0,-1 0 0,-4 1 0,-3 1 0,-5 0 0,-18 0 0,-9 0 0,-25 0 0,-4 0 0,-7 0 0,-2 0 0,-1 0 0,0 1 0,1 1 0,5 2 0,4 1 0,5-2 0,4 0 0,1 1 0,-1-1 0,-4 3 0,-1 1 0,3 0 0,2 0 0,3-1 0,0-1 0,-2 0 0,1-2 0,-1 0 0,2-2 0,1-1 0,2 0 0,-1 0 0,-3 0 0,-5 0 0,-3 0 0,-3 0 0,-2 0 0,1-1 0,-1 0 0,1-2 0,1 1 0,0 1 0,2 0 0,4 0 0,1 0 0,2-1 0,-1-2 0,-1 1 0,0-1 0,1-1 0,3 1 0,4 1 0,3 0 0,3 1 0,1 1 0,0 0 0,0 1 0,2 0 0,2 0 0,6 0 0,5 0 0,5 0 0,4 0 0,3 0 0,-3 0 0,-18 2 0,-6 1 0,0 1 0,8-1 0,18-2 0,3 1 0,2 0 0,1 1 0,3 1 0,6-1 0,24 4 0,18 1 0,16-1 0,11-2 0,-5-4 0,1-1 0,-2 0 0,-5 0 0,-2 0 0,-4 0 0,-4 0 0,-4 0 0,-5 0 0,-2 0 0,-2 0 0,-4 0 0,-3 0 0,-6 0 0,-2-1 0,-1 0 0,2-3 0,10 0 0,9 0 0,10 2 0,7 1 0,2 1 0,2 0 0,-6 0 0,-4 0 0,-6 0 0,-8 0 0,-5 0 0,-6 0 0,-3 0 0,1 0 0,1 0 0,0 0 0,2 0 0,0 0 0,2 0 0,3 0 0,4 0 0,3-1 0,2-2 0,-3 0 0,-5-1 0,-6 0 0,-5 1 0,-6 1 0,-3 0 0,-1-1 0,-1 1 0,0-1 0,-2 0 0,-5 1 0,-2 2 0,-6-1 0,-5 1 0,-12 0 0,-10 0 0,-25 3 0,-26 3 0,18 0 0,-2 0 0,-4 0 0,-1 0 0,2 0 0,2-1 0,-42 4 0,23-3 0,5 0 0,5 1 0,3 2 0,0-1 0,-6 2 0,-4-1 0,-4 1 0,-7-1 0,-2 2 0,-1 2 0,4-1 0,6-2 0,7-4 0,9-3 0,5-2 0,5-1 0,6 0 0,3 0 0,5 0 0,3 0 0,2 0 0,1 0 0,1 0 0,2 0 0,2-1 0,3-1 0,4-1 0,1 0 0,0-1 0,-1-1 0,-4-1 0,-3-1 0,-1 1 0,0 1 0,2 0 0,3 1 0,2 1 0,1 0 0,-1 1 0,-1 0 0,-1 1 0,2 0 0,2 1 0,4 0 0,2 0 0,3 0 0,3-1 0,5 0 0,18 0 0,9 1 0,23 0 0,10 0 0,17 0 0,5 0 0,4 0 0,0 0 0,-2-1 0,0-1 0,-6 0 0,-5-3 0,-7 0 0,-6-2 0,-4 2 0,-5 2 0,-1 0 0,0 1 0,4-1 0,0 1 0,0 0 0,-1 1 0,2 1 0,3 0 0,3 0 0,1 0 0,-1 1 0,-4 2 0,-5 2 0,-5 1 0,-6 0 0,-1 1 0,0-2 0,0 2 0,0-1 0,-2 1 0,-1-1 0,-1 0 0,-1-1 0,0-2 0,-1 0 0,-2-1 0,-2-1 0,-1 0 0,0-1 0,-1 0 0,-2 0 0,-3-1 0,-2-2 0,-1-1 0,-1-3 0,0 0 0,0 0 0,-1-1 0,1 2 0,-2 0 0,-3 1 0,-4 2 0,-4 1 0,-2 1 0,-19 1 0,-1 0 0,-21 0 0,0-1 0,-39 0 0,-15 0 0,-5 0 0,5 0 0,29 2 0,-1 0 0,2 3 0,-1 1 0,1 1 0,-3-1 0,-3-1 0,-3-2 0,3-1 0,4 1 0,4-1 0,-1 0 0,-6 0 0,-8-1 0,-10 1 0,-8 0 0,-6 4 0,48-3 0,-1 1 0,1 1 0,-1-1 0,2 0 0,0 0 0,-47 1 0,6-1 0,9-2 0,8-1 0,7 0 0,7 0 0,4 0 0,8 0 0,5 0 0,6 0 0,3-1 0,1 0 0,5 0 0,5-1 0,9 1 0,9-1 0,25 1 0,12 1 0,30-1 0,17 3 0,20 2 0,-43-1 0,3 1 0,3 0 0,1-1 0,3 0 0,0 0 0,0-1 0,1-1 0,-2 0 0,0-1 0,-4 0 0,0 0 0,-5 0 0,-1 0 0,-4 0 0,-1 0 0,43 0 0,-6 0 0,-4 0 0,-1 0 0,-2 0 0,-3 0 0,1 0 0,-5-1 0,0-1 0,-3-3 0,-6 0 0,-2 0 0,-7 0 0,-5 1 0,-5 0 0,-4-2 0,-3 1 0,-1-1 0,-2 1 0,-1 1 0,0 0 0,-1-1 0,-3 0 0,-5 1 0,-7 1 0,-5 0 0,-4 1 0,3 0 0,3-1 0,6 1 0,4-1 0,4 1 0,2 0 0,-3 0 0,-5 1 0,-9 0 0,-8 1 0,-6 0 0,-8 0 0,-6 0 0,-12 3 0,-12 2 0,-9 3 0,-14 5 0,-9 1 0,-2 0 0,2-1 0,9-2 0,11-1 0,6-3 0,7-2 0,4-3 0,2-2 0,-2 0 0,-5 0 0,-5 0 0,-5 0 0,-2 0 0,-1 0 0,2 0 0,3 0 0,3 0 0,3 0 0,3 0 0,2-1 0,0-1 0,-3 0 0,-4-2 0,-2 1 0,-2-2 0,0-1 0,2-1 0,2-1 0,1 1 0,3 0 0,3 1 0,-1 1 0,1 1 0,-4 1 0,-5 2 0,-3 0 0,-5 1 0,3 0 0,2 2 0,5 2 0,5 1 0,3 2 0,4-2 0,2 1 0,4-2 0,3-1 0,1 0 0,0 0 0,0 0 0,1 1 0,-1 0 0,2 1 0,0 1 0,0 0 0,-1 1 0,-3 1 0,-1 0 0,0 1 0,2-1 0,5-1 0,1 0 0,-1-3 0,0-1 0,-4-1 0,-5 0 0,-3 0 0,-4-1 0,1 0 0,2-1 0,3 0 0,7 0 0,5 0 0,8-1 0,8 0 0,6 1 0,6-1 0,5 1 0,30 0 0,19 0 0,12 0 0,7 0 0,-17 0 0,-3 0 0,-2 0 0,-5 0 0,-6 0 0,-1 0 0,0 0 0,5 0 0,4-1 0,2-1 0,7-1 0,2 1 0,5 1 0,0-2 0,1-1 0,0-3 0,-3 0 0,-2 0 0,-2 2 0,-5 0 0,-2 1 0,-6-1 0,-5 0 0,-5 2 0,-3 1 0,-2 1 0,0-1 0,11-1 0,1 1 0,-2-1 0,-8 2 0,-14 1 0,-4 0 0,-4 0 0,-4 0 0,-3 0 0,-1 0 0,-1 0 0,2 0 0,3 0 0,1 1 0,0 0 0,-5 2 0,-4 2 0,-6 1 0,-5 9 0,-1-9 0,-1 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0:28:21.99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85 409 16383,'12'-31'0,"10"-2"0,13-2 0,12 0 0,10 2 0,9 2 0,5 4 0,3 3 0,6 3 0,2 4 0,4 3 0,7 3 0,-1 4 0,7 3 0,-48 3 0,0 1 0,0 0 0,0 1 0,0 0 0,-1 2 0,45 4 0,-3 3 0,-3 3 0,-4 0 0,0 2 0,-3 3 0,1 1 0,1 1 0,-1 1 0,-4 1 0,-4 0 0,-7 0 0,-4-4 0,-8-2 0,-9-4 0,-9-2 0,-6-1 0,-4 0 0,-2 0 0,-3 0 0,-5-1 0,-5-1 0,-6-2 0,-4-2 0,-3-2 0,-7 0 0,-35-9 0,-28-7 0,-17-5 0,-5-1 0,21 4 0,7 2 0,0 0 0,-1-1 0,0 0 0,2-1 0,0 3 0,2 0 0,0 2 0,3 1 0,2 2 0,1-1 0,0 4 0,0 0 0,-2 2 0,0 2 0,1-1 0,2 2 0,2 0 0,1 1 0,-2 1 0,-2 2 0,-4 4 0,1 4 0,0 1 0,-1-1 0,2-2 0,-2 1 0,1 0 0,1 4 0,1 1 0,1 1 0,3 2 0,4 0 0,1 1 0,-1 3 0,-2 1 0,-3 2 0,-1 0 0,6-1 0,8-6 0,12-4 0,12-5 0,7-5 0,6-4 0,7-8 0,8-9 0,14-11 0,21-11 0,29-13 0,-16 19 0,7 0 0,9-2 0,4 1 0,3 0 0,1 3 0,-2 3 0,-3 2 0,-12 7 0,-1 1 0,-3 4 0,-1 1 0,-5 4 0,-1 1 0,-4 2 0,-1 2 0,41 1 0,-7 1 0,-4 2 0,-2 2 0,3 2 0,-4 6 0,-2 5 0,3 6 0,-4 3 0,1 1 0,-2-1 0,-6-2 0,0 0 0,-6 1 0,-6 1 0,-9 0 0,-7 1 0,-8-2 0,-5-1 0,-6-2 0,-5-3 0,-5-1 0,-5-5 0,-4-5 0,-6-8 0,-10-5 0,-13-7 0,-16-6 0,-5 5 0,-8 0 0,-10-3 0,-3 1 0,-7 0 0,-2 2 0,-3 0 0,2 3 0,15 5 0,3 0 0,0 1 0,0 1 0,4-1 0,0 0 0,0 0 0,-1-1 0,-3 0 0,-1 0 0,2 0 0,2 1 0,2 0 0,1 1 0,-37-1 0,19 3 0,1 2 0,6 1 0,2 2 0,1 5 0,2 7 0,-2 10 0,3 8 0,-2 8 0,5 1 0,4-1 0,5-2 0,5-5 0,2-1 0,2-1 0,2-2 0,5-5 0,8-7 0,9-7 0,8-6 0,6-5 0,7-7 0,13-9 0,15-10 0,19-10 0,7 2 0,8-1 0,11-5 0,4 1 0,5-2 0,0 3 0,-2 2 0,-4 5 0,-25 13 0,-3 3 0,-3 3 0,0 1 0,45-7 0,0 4 0,-2 2 0,2 2 0,2 5 0,-2 3 0,0 0 0,-11-1 0,-7 1 0,-4 1 0,-7 2 0,-2 1 0,-3 3 0,-3 6 0,-6 4 0,-8 2 0,-11 0 0,-10-3 0,-8-3 0,-8-2 0,-4-4 0,-4-1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0:28:39.56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3863 16383,'15'-67'0,"7"12"0,10-6 0,4 1 0,6-5 0,8-2 0,5 1 0,7-2 0,5-1 0,4 0 0,-4 9 0,4-1 0,3 1 0,3 0 0,3 1 0,-13 11 0,2 0 0,3 1 0,1 0 0,2 0 0,1 1 0,0 0 0,7-3 0,2 0 0,1 1 0,1-1 0,1 2 0,0 0 0,-1 1 0,-2 1 0,1 1 0,0 0 0,0 1 0,0 0 0,0 0 0,0 1 0,0-1 0,1 1 0,0-1 0,0 1 0,-1 1 0,0 0 0,-3 1 0,6-1 0,-1 0 0,-1 2 0,-2 0 0,0 1 0,-2 2 0,6-3 0,-1 2 0,-2 2 0,0 0 0,-2 3 0,-5 2 0,-1 2 0,-1 1 0,-1 1 0,-1 2 0,7-1 0,-2 2 0,-2 1 0,1 1 0,18-6 0,0 2 0,-2 0 0,-3 2 0,-2-1 0,-1 1 0,-4 0 0,-1 0 0,-2 0 0,-2 1 0,-2 1 0,2-1 0,2 1 0,2-1 0,2 0 0,7-1 0,3-1 0,2 0 0,-18 5 0,2-1 0,1 1 0,2 0 0,8-2 0,3 0 0,1 0 0,1 0 0,-17 5 0,1-1 0,1 1 0,0 1 0,0-1 0,1 1 0,1 1 0,0-1 0,1 2 0,-1 0 0,-1 0 0,1 1 0,0 1 0,-1 0 0,-1 1 0,15 0 0,-1 0 0,-1 2 0,0 0 0,-6 1 0,-1 2 0,0 0 0,-2 1 0,-6 1 0,-1 1 0,-1 0 0,-2 1 0,18-1 0,-2 2 0,-2-1 0,-7-1 0,-2 0 0,-2 0 0,-9 0 0,-2-1 0,-2 0 0,20-3 0,-4-1 0,-8-2 0,-3 1 0,-7-1 0,-3 1 0,-6-1 0,0 1 0,-2 0 0,-2 0 0,41-6 0,-12 1 0,-16 2 0,-21 3 0,-17 2 0,-14 2 0,-15 0 0,-16 0 0,6 0 0,-4 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0:28:42.59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4013 16383,'8'-41'0,"32"-27"0,-5 19 0,6-4 0,12-11 0,5-2 0,-11 16 0,1-1 0,2 1 0,-1 1 0,2 0 0,0 1 0,0 2 0,1 1 0,0 1 0,20-16 0,-2 4 0,-4 7 0,-2 2 0,-3 4 0,-1 0 0,-4 4 0,0 2 0,0-1 0,0 2 0,-2 5 0,1 1 0,1 1 0,1 2 0,2 2 0,2 0 0,3 1 0,3 0 0,5-3 0,2-1 0,6-2 0,0-1 0,0 0 0,-1 0 0,-4 2 0,-3-1 0,-5 3 0,-2 1 0,-5 0 0,-1 1 0,1-2 0,-2 0 0,-4 1 0,-1 0 0,-2 0 0,-1 0 0,-1 0 0,0 0 0,0 0 0,1-1 0,5-2 0,2 0 0,6-3 0,1-1 0,7-2 0,2-1 0,4-2 0,2-1 0,2 0 0,1 1 0,0 2 0,-1 1 0,-4 3 0,1 1 0,-2 1 0,0 0 0,-1 0 0,0 0 0,0 0 0,0 0 0,-2 0 0,-1 0 0,-3 3 0,-2 0 0,-6 2 0,-1 1 0,-2 1 0,0 1 0,1 0 0,1 0 0,3 0 0,2 1 0,3-2 0,2 1 0,0 0 0,0 0 0,0 1 0,-1 0 0,-1 0 0,0 1 0,0 2 0,2 0 0,3 1 0,1 1 0,5 0 0,1 1 0,3 1 0,1 0 0,2 0 0,1 0 0,0 1 0,-1 0 0,-5 2 0,-1 1 0,-6 0 0,-1 1 0,-6 1 0,0 1 0,-5 1 0,0 0 0,2-1 0,1-1 0,4 0 0,1 0 0,7-3 0,2-1 0,2-1 0,2-1 0,3 0 0,0-1 0,-1 1 0,-1 0 0,-4 1 0,0 0 0,-1 0 0,-1 0 0,-3 2 0,-1-1 0,-1 0 0,-2 0 0,-5 1 0,-1 1 0,-7 2 0,-2-1 0,41-7 0,-16 3 0,-10-2 0,-1 1 0,1-1 0,7 0 0,6 2 0,-2 0 0,6-1 0,-2-1 0,3-1 0,4 0 0,0 1 0,5 0 0,-1 2 0,-3 1 0,-5-2 0,-10 0 0,-10 1 0,-9 1 0,-13 2 0,-8 2 0,-8 0 0,-8 2 0,-5 1 0,-5 6 0,-19 20 0,7-13 0,-13 13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0:28:45.344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3973 16383,'-1'-32'0,"12"-20"0,23-26 0,-8 30 0,3-2 0,6-3 0,3 0 0,2 0 0,3 2 0,2-1 0,4 1 0,7-3 0,3-1 0,6-3 0,3 1 0,5-3 0,0-1 0,1 2 0,-1 1 0,-3 3 0,-1 2 0,-2 3 0,1 2 0,-1 3 0,1 3 0,0 4 0,2 2 0,0 4 0,0 2 0,0 3 0,1 1 0,-1 1 0,1 0 0,1-2 0,1-1 0,-2-2 0,-1-2 0,-3-2 0,-3-1 0,-3 1 0,-2-1 0,-5-2 0,0 0 0,0 0 0,0 0 0,3-1 0,1 0 0,5 1 0,2 1 0,5 2 0,2 2 0,5 0 0,2 0 0,1 1 0,1-1 0,4-3 0,1-3 0,-27 10 0,1-3 0,0-1 0,4-3 0,2-3 0,-1-1 0,5-3 0,0-1 0,0-1 0,1 1 0,-1 0 0,1 1 0,-3 3 0,1 3 0,-1 1 0,-5 4 0,0 3 0,-1 2 0,27-5 0,1 4 0,0 4 0,2 3 0,-26 8 0,0 1 0,1 2 0,5-1 0,2 2 0,1-1 0,4 0 0,1 1 0,1-1 0,0 1 0,1 0 0,0 1 0,-2-1 0,1 0 0,-1-1 0,-1 1 0,-1 0 0,0 1 0,-3 0 0,0 0 0,-1 0 0,-2 1 0,-1 0 0,-1 0 0,30-2 0,-1 2 0,-6 1 0,-1 1 0,-2 2 0,1 0 0,1 0 0,1 2 0,2 0 0,1 0 0,0-1 0,1-1 0,-4 0 0,0 0 0,-7-2 0,-2 0 0,-4-1 0,-3-1 0,-4 0 0,-2 0 0,0-1 0,0 0 0,-1 0 0,1-1 0,0-1 0,-1 1 0,-1-2 0,0 0 0,-1-1 0,0-2 0,1-2 0,0-2 0,3-2 0,1-2 0,7-5 0,1-1 0,0-1 0,0-1 0,-2 1 0,-3-2 0,-6 2 0,-3 0 0,-12 2 0,-2 1 0,33-21 0,-23 10 0,-19 10 0,-17 10 0,-11 9 0,-8 5 0,-6 7 0,-29 18 0,18-12 0,-19 10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00:28:51.77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76 44 16383,'64'0'0,"24"8"0,-26 0 0,3 2 0,8 3 0,1 2 0,-2 2 0,0 0 0,-7-1 0,-2 0 0,-8-2 0,-5 0 0,23 6 0,-25-6 0,-29-7 0,-19-6 0,-6 0 0,-3-1 0,1 0 0,1 0 0,0 0 0,1 0 0,-2 0 0,2 0 0,0 0 0,-2 2 0,-1-1 0,-2 1 0,-5 3 0,-10 6 0,-18 14 0,-20 14 0,19-10 0,-1 1 0,-3 2 0,0 0 0,0-1 0,0 0 0,2-2 0,2-1 0,-28 13 0,10-6 0,15-8 0,16-9 0,11-6 0,12-7 0,11-6 0,7-6 0,11-6 0,14-11 0,33-24 0,-26 19 0,2-1 0,6-4 0,2 0 0,0 1 0,-2 3 0,36-19 0,-1 6 0,-11 9 0,-14 8 0,-17 8 0,-18 7 0,-13 4 0,-5 1 0,-2 1 0,-3-1 0,0 1 0,-2 2 0,-4-1 0,-5 1 0,-7 2 0,-8-2 0,-14-1 0,-30-9 0,-24-10 0,39 9 0,0-1 0,-1 0 0,1-1 0,-39-12 0,10 6 0,6 5 0,11 6 0,8 5 0,13 3 0,14 2 0,13-1 0,10 1 0,5 0 0,2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5T02:39:10.596"/>
    </inkml:context>
    <inkml:brush xml:id="br0">
      <inkml:brushProperty name="width" value="0.5" units="cm"/>
      <inkml:brushProperty name="height" value="1" units="cm"/>
      <inkml:brushProperty name="color" value="#A2D762"/>
      <inkml:brushProperty name="transparency" value="209"/>
      <inkml:brushProperty name="tip" value="rectangle"/>
      <inkml:brushProperty name="rasterOp" value="maskPen"/>
    </inkml:brush>
  </inkml:definitions>
  <inkml:trace contextRef="#ctx0" brushRef="#br0">17567 274,'-58'0,"1"0,-2 0,3 0,-27 0,-9 0,-6 0,3 0,42 0,-1 0,-4 0,-1 0,-6 0,-1 0,-7 0,-2 0,-3 1,-1-1,0 2,-1-1,0 1,-1 0,3 1,0 1,1 0,0 0,0 1,-1 0,-13 1,-2 1,-4-1,-1 1,1-1,1 0,1-1,3-1,12-1,1 0,-2-1,-2 1,-4 1,-3 1,-3 1,-2 1,29-2,-1 0,0 1,-2 0,-1 1,1-1,1 1,0-1,0 0,-4 1,0 1,0-1,-1 1,0 1,0-1,1 0,0 1,-1-1,-3 1,-1 0,1-1,2-1,1 0,0-2,0 0,1-2,-1 0,0-1,0 0,1-1,2 0,0-1,-1 1,0 0,1 1,-1-1,0 1,0 1,0 0,0 1,1 0,-1 0,0 0,-1 1,1-1,0 0,0 0,0 0,0-1,0 0,0-1,-1 0,0-1,0-1,0 1,0-1,0 0,0 1,0-1,0 2,1-1,1 1,0 1,2 0,1 1,0 0,0 0,0 1,0-1,-1 1,-1-1,0 0,-1 0,-1-1,0 0,-2-1,-1-1,1 0,-1 0,-1 0,1 0,-2-1,1 0,0 0,1 0,1 0,-1 0,1 0,1 0,0 0,0 0,1 0,-1 0,-2 0,0 1,0 0,-4 1,1 0,-2 0,-4 0,0 0,-2 1,-3-1,-1 1,0 0,-2 0,-1 0,-1-1,-1 1,-2-1,1 0,-1 0,0 0,-1-1,0 0,0 0,-1 0,0-1,1 0,-2 0,25 0,-1 0,-1 0,1 0,0 0,-1 0,0 0,0 0,-1 0,0 0,0 0,1 0,-1 0,0 0,0 0,0 0,0 0,0 0,0 0,0 0,0-1,1 0,1-1,-1 0,-24-1,1-1,1 0,3-1,1 0,1-1,5-1,2-1,2 1,7 0,2 0,2 1,-23-4,3 0,12-1,4 1,10 0,3 1,5-1,2 1,5 1,2 0,-39-6,11 4,11 0,4 2,5 1,1-1,-2 2,4 1,2 0,5 1,3-1,0 1,-2-1,-2 0,2 0,4 1,5 1,2-2,-4 0,-2-4,0 0,6 1,10 1,-6 2,6 2,-10-1,9 2,0 0,-8 2,2-2,-4 1,13-2,67-9,27-2,14-3,11 0,6 1,-34 6,-3 2,0 2,0 0,-2 1,0 1,6 0,0 2,-4 0,-2 2,-3-1,-2 0,-5 1,-2 0,31 0,6 0,6 0,-44 1,3 0,24 2,2 0,-15-1,0 0,22 1,1-1,-19-1,-1-2,6 1,2 0,0 0,2 0,1 0,1 0,-2 0,1 0,3 0,1 0,4 0,0 0,1 0,1 0,3 0,1 0,1 0,0 0,4 0,1 0,-30 0,2 0,-1 0,2 0,-1 0,1 0,1 0,-1 0,1 0,1 0,0 0,0 0,0 0,0 0,0 0,1 0,0 0,1 0,1 0,0 0,1 0,0 0,0 0,0 0,1 0,0 0,0 0,0 0,-1 0,1 0,-2 0,-1 0,0 0,-2 0,0 0,0 0,-3 2,0-1,0 1,28 3,0 1,-3 2,0 0,1 2,-1-1,0 0,1-1,-1 1,1-2,0 1,-1-1,1 1,0 0,2 0,1-1,1 0,1 0,-31-3,1 0,0-1,3 0,1 0,1 0,1-1,1 0,1 0,3 0,-1 0,1 0,1 0,-1 0,1-1,-1 0,0 0,1 0,-2 0,0 0,0-1,-1 1,0-2,0 1,0 0,0 0,0 0,0 0,0 0,0 0,0 0,0 0,0 0,-1 0,-1 0,1 0,-2 1,-1-1,0-1,-2 1,-1-2,0 0,-2 0,-1-2,-1 0,29-3,-1-1,-2-1,0-1,-2 1,0 0,-4 0,-1 0,-3 0,-3 1,-3 1,-2-1,-4 2,0 0,0 1,0 1,0-1,1 1,0 0,0-1,3 1,2 0,3-1,1 0,5-1,2 0,5-1,1-1,3-2,1-1,-32 3,0 0,1-1,1 0,1-1,0-1,0 1,0 0,0-1,0 1,0 0,0 0,-1 0,-1 1,0 0,29-1,-2 0,-2 2,-2 0,-8 2,-2 1,-6 1,-2 0,-7 0,-2 1,-5 0,-1-1,1 1,-1-1,-1-1,-1 1,-2 0,0 0,44-2,-14 0,-13 1,-12 1,-8 3,-7 1,-5 0,-3 0,0 0,1 0,0 0,-4 0,-6 0,-90 16,27-7,-16 2,-2 0,2-1,-2 1,-18 1,-9 0,-3 0,4-2,16-2,1-2,-7 0,-6-1,-12 0,-11 1,45-2,-1-1,-3 1,-3-1,-18 3,-3 0,-8 2,-2-1,-3 1,0 0,-1 1,4-1,18-2,4-1,4-1,2-1,5 0,0 0,4-2,1 0,1 0,0 0,-45-1,9 0,8 0,7 0,4 0,2-2,-1-2,-2-2,-1-1,1-1,2 1,3 0,3-1,1 1,-3-1,-5-1,-3-2,-5 0,-1 0,-1 1,-1 1,3 1,-1 1,-2 1,-1 2,1 2,8 0,8 2,9 0,8 0,5 0,1 0,0 0,0 0,-3 0,-2 0,-4 0,-4 0,-1 0,0 0,2 0,2 0,-1 0,-1 0,-6 0,-7 0,-6 0,-5 0,-2 0,-5 0,-5 2,-5 1,43-1,-2 0,-1 0,0 0,-2 0,0 1,-1-1,-1 1,0 0,1 0,-2 2,0 1,-2-1,0 1,3 0,0 1,3-1,-1 1,1 0,-1 0,0 0,-1 1,-4 0,-1 0,-4 0,0 1,2-1,0 1,-2 0,2 0,0 1,2-1,2 0,2-1,1 0,2-1,3-1,1-1,-44 0,6-3,6-2,2 0,0 0,0 0,-1 0,-2 0,-10 0,-4 0,43 0,-2 0,-4 0,-2 0,-3 0,-2 0,-4 0,-1 0,-1 0,-1 0,2 0,-1 0,2 0,-1 0,5 0,1 0,5 0,1 0,4 0,0 0,5 0,1 0,1 0,0 0,-1 0,1 0,-1-1,1-1,-3-1,-2-1,-3-2,-3 0,-2 0,-3 0,-5 2,-1 0,-8 2,0 1,-7-1,-1 0,-7-4,-1-1,2-3,-1-1,-1-2,0 0,6 0,2 2,5 1,1 2,3 1,2 1,6 1,2 0,-3-1,1 0,1 0,0 0,-2 1,1 0,3 2,1 0,0 2,2 1,1 0,1 0,3 0,1 0,1 0,2 0,4 0,1 0,1 0,1 0,-45 0,4 0,9 0,9 0,7-2,11-3,8-1,8-3,5 2,4-2,-2 1,-1 0,0 0,0 2,2-1,4 0,4 1,-4-3,3 4,-6-1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39:20.69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1184 16383,'34'-35'0,"13"-15"0,19-24 0,-26 27 0,1-2 0,4-5 0,0-3 0,-1 0 0,-1 0 0,-2 3 0,-2 0 0,-4 5 0,-3 2 0,20-36 0,-15 12 0,-12 9 0,-12 6 0,-8 4 0,-12 3 0,-11 4 0,-9 9 0,-8 10 0,-1 12 0,3 9 0,2 6 0,4 13 0,3 18 0,6 21 0,5 25 0,7 10 0,4 10 0,1-44 0,1 0 0,0 1 0,0-1 0,0 2 0,1 0 0,0-1 0,2-2 0,7 45 0,7-7 0,9-6 0,2-6 0,1-7 0,-5-6 0,-5-10 0,-6-10 0,-5-8 0,-3-8 0,-2-5 0,-1-4 0,-2-4 0,0-2 0,1-2 0,1-2 0,-1 0 0,0-3 0,-1-3 0,0-2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39:22.09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204 6 16383,'-18'0'0,"-5"0"0,-8 3 0,-3 8 0,2 9 0,6 10 0,7 13 0,7 7 0,5 10 0,6 4 0,3-3 0,12-3 0,12-8 0,16-7 0,12-7 0,7-7 0,7-10 0,2-9 0,-2-16 0,-7-22 0,-11-22 0,-11-21 0,-14-7 0,-12-1 0,-7 6 0,-10 11 0,-6 12 0,-9 13 0,-8 11 0,-3 9 0,-15 6 0,-4 6 0,-2 8 0,19-3 0,15 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39:23.61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450 1 16383,'-31'0'0,"-10"0"0,-12 5 0,-7 13 0,-3 13 0,11 9 0,10 0 0,14-5 0,13-6 0,9-1 0,4 0 0,2 3 0,2 0 0,5 0 0,5-2 0,11-5 0,10 0 0,13-4 0,7-2 0,4-3 0,-5-4 0,-9-1 0,-9-1 0,-10 0 0,-7 1 0,-5 3 0,-3 2 0,-3 3 0,-3 4 0,-2 2 0,-4 4 0,-10 0 0,-15 1 0,-18-1 0,-15-5 0,-11-7 0,0-8 0,7-4 0,13-2 0,14 1 0,14 1 0,13-3 0,5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39:25.26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325 1 16383,'-24'0'0,"-5"0"0,-11 0 0,-2 5 0,4 7 0,4 6 0,8 6 0,3 2 0,2 5 0,5 2 0,3 4 0,4 1 0,4-2 0,2-2 0,1-4 0,7-2 0,8-4 0,10-3 0,9-3 0,5-3 0,1-4 0,3-1 0,2-3 0,2-1 0,-4 1 0,-9 0 0,-7 2 0,-7 3 0,-5 6 0,-5 7 0,-4 3 0,-2 7 0,-3-2 0,-4-2 0,-8-1 0,-9-7 0,-10-1 0,-4-1 0,-3-4 0,2-1 0,4-5 0,4-3 0,9-2 0,10-4 0,4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00:08.25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16383,'0'0'0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7:14:28.32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0 100 16383,'42'3'0,"9"9"0,19 14 0,13 13 0,-35-16 0,1 0 0,2 0 0,1-1 0,4 0 0,1-1 0,5 1 0,2 0 0,6 2 0,3 0 0,8 3 0,3 0 0,-22-8 0,3 0 0,1-2 0,8 1 0,2-1 0,1-1 0,8 0 0,1-2 0,1 0 0,9-1 0,1 0 0,1-2 0,-22-2 0,0-1 0,1-1 0,0 1 0,0 0 0,1 0 0,0 0 0,0 0 0,0-1 0,0 0 0,0 1 0,-1-1 0,-1 0 0,-1 0 0,0 0 0,0-1 0,0 0 0,0 0 0,0-1 0,0-1 0,24 1 0,0-2 0,0 0 0,-2-1 0,0 0 0,-1-2 0,-3-1 0,-1-1 0,-2-2 0,-6 0 0,0-1 0,-2-2 0,-4 0 0,-1-1 0,-2-2 0,-2 0 0,-1-1 0,-1-1 0,-2 1 0,0 0 0,0 0 0,0 0 0,-1 0 0,1 0 0,-1 0 0,-1 0 0,1 0 0,-2 0 0,1 1 0,-1 0 0,31-6 0,0 1 0,-2-1 0,0 0 0,0-1 0,0 0 0,-6 0 0,-1 0 0,-8 1 0,-2 0 0,-12 3 0,-5 0 0,32-9 0,-24 2 0,-19 2 0,-11 1 0,-4 1 0,-6 2 0,-3 2 0,-2-1 0,-1 0 0,-1-1 0,-4 1 0,-4 3 0,-5 1 0,-3-1 0,-2-2 0,1 1 0,-1-1 0,-1 4 0,0 1 0,0-2 0,0-1 0,0 0 0,-2 0 0,-1 1 0,1-2 0,0-4 0,2-3 0,0 1 0,-1 3 0,0 4 0,-2 2 0,-1 3 0,-2 1 0,-2 3 0,-5 1 0,-2 2 0,-6 6 0,-10 9 0,-7 8 0,-8 1 0,-2 1 0,-1-4 0,-3-1 0,-3 0 0,-4-2 0,-4-1 0,-8 1 0,-5 1 0,-8 2 0,-3 3 0,-3-2 0,-6 0 0,0-5 0,42-10 0,-2 0 0,-2-1 0,-1 0 0,0 0 0,-1-1 0,0 1 0,1 0 0,1 0 0,1 0 0,-1 0 0,-1 0 0,-2-1 0,-1 1 0,2-2 0,-1 1 0,0 0 0,-1 0 0,1 1 0,0 0 0,2 0 0,1 0 0,-4 0 0,0 0 0,0 1 0,0-1 0,-2 0 0,0 1 0,-3 0 0,1 0 0,2 1 0,1-1 0,1 1 0,0 0 0,0 0 0,-1 1 0,-3 0 0,-1-1 0,-6 1 0,-1 0 0,-6 0 0,-1-1 0,-2 0 0,1 0 0,4-1 0,2 0 0,4-1 0,2 0 0,5 0 0,2-2 0,3 0 0,1-2 0,3 0 0,1-2 0,-44 2 0,6 1 0,5 3 0,-8 2 0,-6-1 0,47-6 0,0-1 0,-1 0 0,1-1 0,-44-1 0,6 0 0,5 0 0,-3-2 0,-7-5 0,45 2 0,-1-1 0,-2-3 0,0-1 0,2 0 0,0 0 0,-46-11 0,48 9 0,1-1 0,-43-14 0,2-7 0,4-2 0,11 3 0,5 3 0,11 4 0,2-3 0,-1-5 0,-8-6 0,-6 0 0,-1 3 0,5 7 0,5 1 0,2-5 0,-1-7 0,-3-7 0,6 3 0,11 9 0,11 10 0,12 9 0,9 6 0,1 1 0,4 4 0,0 1 0,1 1 0,0 1 0,-2-1 0,-3 2 0,-2 0 0,2 2 0,6 0 0,38 11 0,13 4 0,41 14 0,4 6 0,-39-15 0,3 0 0,2 2 0,1 0 0,4 1 0,1 0 0,2 0 0,0-1 0,2 1 0,1 0 0,-1-2 0,1 1 0,11 3 0,3 0 0,3 1 0,2-1 0,3 1 0,0-2 0,-1-1 0,-2-2 0,-10-4 0,-1-1 0,0-2 0,-1-2 0,-3-1 0,-1 0 0,1 1 0,0 0 0,-3-1 0,-1-1 0,1 0 0,-1 0 0,2-1 0,0-1 0,-1-2 0,0-2 0,1-1 0,-1 0 0,-1-1 0,1 1 0,3-2 0,0 0 0,3 1 0,2-1 0,3 0 0,0 0 0,2-1 0,-1 0 0,-1 0 0,1 0 0,-3 0 0,0 0 0,-3 0 0,-1 0 0,-3 0 0,-2 0 0,-1 0 0,-2 0 0,-2 0 0,-1 0 0,-4 0 0,0-2 0,-2 0 0,-1-1 0,-3-3 0,0-1 0,46-10 0,1-5 0,-3 0 0,0 0 0,-3-2 0,-3-2 0,-4-3 0,-4-1 0,-1-1 0,3 0 0,6-2 0,5-1 0,-1 0 0,-1 5 0,-1 1 0,4 2 0,0 3 0,-4 1 0,-4 2 0,-14 3 0,-8 2 0,-11 2 0,-8 0 0,-4 1 0,-6-1 0,-1 1 0,-3 0 0,-3 2 0,2 0 0,1-1 0,-1 2 0,3 0 0,-3 0 0,1 1 0,3-3 0,2 2 0,2-1 0,-3 0 0,-4 2 0,-7 1 0,-6 3 0,-6 2 0,-4 0 0,-2 0 0,-5 1 0,1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7:14:35.92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0 745 16383,'0'-33'0,"0"-5"0,1-8 0,3-1 0,4 4 0,5 2 0,4 0 0,2 4 0,1 3 0,0 6 0,0 7 0,1 1 0,6-1 0,7-6 0,9-2 0,7-2 0,5 1 0,3 5 0,3 0 0,-2 2 0,1 1 0,0 3 0,-2 3 0,-1 2 0,-4 5 0,-3 1 0,3 3 0,7 2 0,6 0 0,5 1 0,1 0 0,-1 1 0,-2 1 0,1 0 0,6 0 0,7 0 0,7 0 0,1 0 0,-11 1 0,-11 3 0,-13 2 0,-6 2 0,4 0 0,2 2 0,6 2 0,0 0 0,-2 0 0,0 1 0,-2 1 0,-1 1 0,-4 0 0,-7 0 0,-3-1 0,-2 4 0,1 2 0,1 4 0,1 4 0,0 3 0,-3 2 0,-4-1 0,-4-1 0,-5 2 0,0 2 0,-2 0 0,-4-3 0,-2-7 0,-5-6 0,-5-2 0,-2-2 0,-2 1 0,-2-1 0,-2-3 0,-1-2 0,-1 4 0,0 3 0,0 5 0,0-2 0,0-4 0,0-3 0,0-7 0,0-5 0,0-16 0,-1-5 0,-3-16 0,-6-9 0,-4-3 0,-2 5 0,0 8 0,1 13 0,-1 0 0,-3-3 0,-2 1 0,0 1 0,0 2 0,2 4 0,0 1 0,0 0 0,-2 1 0,-3-1 0,-1 0 0,-2-1 0,0 1 0,2 2 0,1-1 0,0 0 0,0-1 0,-2 0 0,0 1 0,1 0 0,1 2 0,-1 2 0,0 0 0,-1 1 0,0 2 0,-1-1 0,1 2 0,-2 1 0,-2 1 0,-5-1 0,-1 2 0,-1-1 0,-1 1 0,1 1 0,0 0 0,-2 1 0,-3 1 0,-3 1 0,-13 0 0,-8 0 0,-15 0 0,-11 0 0,-7 3 0,47 1 0,1 1 0,-48 9 0,7 1 0,15-1 0,20-3 0,16-3 0,10 0 0,-1 1 0,-8 3 0,-11 3 0,-4 0 0,4-3 0,12-3 0,13-2 0,5-1 0,-1 4 0,-3 1 0,0 1 0,1-1 0,-2 1 0,-7 4 0,-11 5 0,-4 4 0,2 2 0,5-1 0,4 1 0,2 1 0,2-2 0,4-2 0,7-6 0,8-4 0,1-2 0,-2 6 0,-5 4 0,-5 3 0,3 0 0,4-5 0,3-4 0,-1 1 0,-5 2 0,-3 2 0,2 0 0,3-3 0,7-7 0,5-8 0,3-4 0,3-6 0,1-4 0,0-2 0,4-5 0,5-1 0,2 2 0,0 1 0,-2 5 0,-1 1 0,1-2 0,-2 1 0,-1 2 0,-2 1 0,0 1 0,3 0 0,4-4 0,8-13 0,18-23 0,10-15 0,3 1 0,-5 9 0,-7 17 0,3 4 0,6 2 0,0 2 0,0 4 0,4 2 0,7 1 0,10-3 0,4-1 0,-5 3 0,-12 4 0,-17 7 0,-9 5 0,0 2 0,10 0 0,13-2 0,9 2 0,3 1 0,2 2 0,-1 0 0,1 0 0,-1 0 0,-6 0 0,-7 0 0,-4 0 0,16 2 0,18 3 0,12 5 0,2 3 0,-16 3 0,-13-2 0,-8-2 0,-9-3 0,-9-1 0,-6-1 0,-4 1 0,-3 2 0,5 0 0,6 4 0,4 3 0,3 4 0,1 4 0,-1 2 0,0-2 0,-1-1 0,-5-1 0,-3-2 0,-5 0 0,-5-3 0,-3-2 0,-2-1 0,2 1 0,5 2 0,3 3 0,-1 0 0,-5 0 0,-6-5 0,-6-4 0,-4-4 0,-2-2 0,1 1 0,1 2 0,4 1 0,0 2 0,-1-2 0,0 0 0,-3-1 0,-1-1 0,-3-1 0,-1 0 0,7 8 0,-6-9 0,4 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7:14:39.62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1 177 16383,'47'0'0,"17"0"0,27 0 0,-35-1 0,3 2 0,6 0 0,1 2 0,4 0 0,0 1 0,2 1 0,-1 0 0,-2 0 0,-2 0 0,-3-2 0,-2-1 0,-5-1 0,-1 0 0,42-1 0,0 0 0,1 0 0,-45 0 0,1-1 0,4-1 0,1-1 0,1-2 0,1-1 0,4-1 0,0-2 0,0-2 0,0 0 0,1-2 0,0 0 0,2 0 0,1-1 0,2 0 0,1 0 0,6 1 0,2 1 0,5-1 0,2 2 0,2 3 0,1 1 0,3 1 0,-1 2 0,2 1 0,1 2 0,0 0 0,0 2 0,-3-2 0,0 2 0,-2 0 0,1 2 0,0 1 0,1 2 0,5 1 0,1 2 0,-30-2 0,1 2 0,0 1 0,1 0 0,0 2 0,-2 1 0,-2 2 0,-1 1 0,-2 2 0,25 11 0,-4 5 0,-7 2 0,-4 2 0,-9 1 0,-2 1 0,-6 1 0,-2 1 0,-2 3 0,-3 2 0,-1 3 0,-1 2 0,2 8 0,-1 3 0,-1 4 0,-1 2 0,3 5 0,-1 2 0,-1 2 0,-1 1 0,-3-3 0,-2 0 0,-4-3 0,-4 0 0,-5-3 0,-3 1 0,-2-1 0,-1 1 0,0 6 0,0 0 0,-2 3 0,0 0 0,-2-1 0,-2 0 0,-1 1 0,-3-1 0,-3-1 0,-3-1 0,-2 2 0,-1 1 0,-2 0 0,-1 1 0,0-2 0,0 0 0,1-1 0,1-2 0,0-3 0,0-2 0,1 1 0,0 0 0,1 1 0,0 1 0,1-1 0,0 1 0,0-3 0,0 0 0,1-4 0,0-1 0,-3-4 0,1-1 0,-1-5 0,0-1 0,0-2 0,-1-1 0,1 40 0,1-4 0,-1 0 0,2-2 0,-1-12 0,-1-18 0,-1-20 0,-1-16 0,-1-4 0,1 4 0,-1 5 0,1 4 0,-1-3 0,-1-2 0,0-2 0,0 1 0,0 0 0,0-3 0,0-5 0,0-7 0,0-4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7:14:44.49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20 16383,'29'0'0,"7"0"0,12 0 0,6 0 0,6 0 0,1 0 0,5 0 0,-3 0 0,-3 0 0,-7 0 0,-6 1 0,-3 2 0,3 1 0,5 1 0,4 1 0,2 0 0,-6 1 0,-4-2 0,-5 0 0,0-1 0,2 0 0,4 2 0,4 0 0,2 2 0,1-2 0,2-1 0,-3-1 0,-3-2 0,-4 0 0,-3-1 0,1-1 0,5 0 0,3 0 0,4 0 0,2-2 0,-1-3 0,4-2 0,0-2 0,0 2 0,1 0 0,-4 1 0,0-2 0,-1-2 0,-1 1 0,0-1 0,-3 3 0,2 0 0,11 2 0,8 1 0,13 3 0,2 1 0,-5 0 0,-6 0 0,-16 0 0,-4 0 0,-3 0 0,6 0 0,7 0 0,7 2 0,5 3 0,2 4 0,1 2 0,-2-1 0,-6-2 0,-12-3 0,-15-2 0,-15-1 0,-9-2 0,-7 0 0,0 0 0,1 0 0,6 0 0,5 0 0,4-2 0,5-1 0,-1-3 0,-1 0 0,-4 0 0,-3 0 0,0 1 0,3 1 0,2 0 0,2 0 0,3-1 0,0 1 0,2 0 0,-1 3 0,-4 1 0,-4 0 0,-3 0 0,0 0 0,3 0 0,2 3 0,4 7 0,5 10 0,4 9 0,5 8 0,2 6 0,-2 4 0,-1 1 0,-6-3 0,-6-4 0,-5-4 0,-6-4 0,-4-2 0,-2-1 0,0 0 0,0 0 0,0 1 0,9 9 0,2 3 0,4 4 0,-1-1 0,-8-8 0,0 1 0,0 0 0,0 3 0,3 2 0,1 0 0,2 1 0,1-1 0,3 3 0,1 4 0,0 0 0,0-1 0,-5-5 0,-3-3 0,1 3 0,4 6 0,5 11 0,5 7 0,3 4 0,1 9 0,-27-37 0,0 1 0,1 5 0,0 1 0,0 6 0,1 2 0,0 5 0,-1 0 0,-1 5 0,-1 1 0,-2 4 0,-1 2 0,-3 2 0,-2 0 0,-1 3 0,-2-1 0,2 3 0,-1 0 0,2 1 0,-1 0 0,1-5 0,0-1 0,-1-3 0,0-2 0,-1-5 0,-2-1 0,-3-6 0,-2-1 0,-1-2 0,-2-1 0,-1-6 0,-1 0 0,-2 39 0,0-6 0,-9 1 0,-11-1 0,-12 3 0,-12 0 0,0-7 0,4-8 0,4-15 0,6-10 0,-1-4 0,0 0 0,2 2 0,3-3 0,6-7 0,6-3 0,4-3 0,2-1 0,3-3 0,0-5 0,3-8 0,5-1 0,4-1 0,3 1 0,-1-1 0,-4-5 0,-3-3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7:14:48.22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55 16383,'81'3'0,"-29"-2"0,4 0 0,15-1 0,4 0 0,10 0 0,3 0 0,3 0 0,2 0 0,2 0 0,-1 0 0,-3 0 0,-4 0 0,-10 0 0,-4 0 0,-12 0 0,-4 0 0,27 0 0,-24 0 0,-19 0 0,-8 0 0,2 0 0,9 0 0,4-2 0,-3-2 0,-5-2 0,0-1 0,6 1 0,11 1 0,12 2 0,9 2 0,3-1 0,-2 0 0,-1-3 0,2-1 0,5 2 0,6 0 0,-2 2 0,-5 2 0,-9 0 0,-7 0 0,12 0 0,-32 0 0,4 0 0,13 0 0,4 0 0,14 0 0,3 0 0,2 0 0,0 0 0,-1 1 0,-1 2 0,-8 1 0,-4 1 0,-12 2 0,-3 0 0,38 9 0,-27-4 0,-18-4 0,-5-5 0,2-2 0,7-1 0,8 0 0,16 5 0,2 2 0,-9 4 0,-10 3 0,-20-1 0,-1 2 0,7 2 0,5 3 0,7 6 0,3 6 0,2 5 0,4 6 0,1 7 0,0 4 0,1 5 0,1 5 0,-35-31 0,-1 1 0,0 2 0,-1 0 0,0 2 0,-2 0 0,-1 0 0,-1 2 0,0 2 0,0 3 0,0-1 0,-2 2 0,0 1 0,0 0 0,0 3 0,-1 0 0,-2-1 0,0 2 0,0 3 0,-1 1 0,-1 5 0,-2 2 0,0 10 0,-1 3 0,2 11 0,-2 5 0,-5-25 0,-1 1 0,1 1 0,1 3 0,0-1 0,1 1 0,2-3 0,0 0 0,0-2 0,11 27 0,1-2 0,-1-6 0,1-2 0,-3-2 0,-2 0 0,-3-2 0,-2 1 0,-2-3 0,-3 0 0,-3-2 0,0-1 0,0-2 0,0 0 0,-1-4 0,2 1 0,0 3 0,0 1 0,-2-3 0,0 0 0,-4-5 0,-1-1 0,-3-6 0,-2-2 0,-1 38 0,-3-6 0,-9-4 0,-6 1 0,-9-4 0,-3-12 0,2-15 0,1-11 0,1-8 0,-1-3 0,0-2 0,1-1 0,3-3 0,5-5 0,6-9 0,5-5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7:15:19.75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15 16383,'0'24'0,"0"8"0,0 7 0,0 8 0,0 0 0,-1 0 0,2 1 0,4-5 0,1-6 0,2-11 0,-3-12 0,-3-4 0,-1-4 0,-1 2 0,0 2 0,0 1 0,0-3 0,0-7 0,0-12 0,0-13 0,0-11 0,0-7 0,0-2 0,0 3 0,0 7 0,0 2 0,1 1 0,4-2 0,8-5 0,7 4 0,2 5 0,1 8 0,-5 8 0,1 6 0,0 4 0,3 6 0,1 7 0,-2 7 0,-4 7 0,-2 5 0,-3 7 0,-1 12 0,-2 10 0,-4 3 0,-4-9 0,1-14 0,-1-15 0,0-10 0,1-3 0,0 3 0,-1 0 0,-1 1 0,0-6 0,0-4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7:15:45.10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1 293 16383,'17'0'0,"-1"0"0,-3 0 0,-1 0 0,3 0 0,0 0 0,0-1 0,1-3 0,-2-2 0,-1-1 0,-2 0 0,-2 1 0,0 0 0,-1 0 0,-1-1 0,0-1 0,0-1 0,0-2 0,1 0 0,0-1 0,-1 0 0,-1-1 0,-1-1 0,-2-2 0,-1-1 0,-1 1 0,-1 1 0,0 3 0,0 1 0,-1 2 0,-1 1 0,-3 1 0,-2 0 0,-1 0 0,-1 0 0,0 2 0,0 0 0,-1 2 0,0 0 0,-1 1 0,1 0 0,0 1 0,-1 1 0,0 0 0,-1 0 0,1 1 0,0 2 0,2 1 0,0 3 0,-1 2 0,0 2 0,1 2 0,1 2 0,2 0 0,1 3 0,2 1 0,2 1 0,1 0 0,0-1 0,0-1 0,0 1 0,1 2 0,1 0 0,3 0 0,0-3 0,1-2 0,0 1 0,-1-2 0,1 1 0,1-2 0,0-3 0,1 0 0,0-2 0,-1 0 0,0 0 0,1-1 0,2 0 0,2-2 0,2-1 0,1-2 0,1-1 0,0-1 0,-2-1 0,0 0 0,-2 0 0,1-2 0,1-4 0,0-2 0,-1-2 0,-2 0 0,-3 2 0,-1 2 0,-2-2 0,-1 1 0,0-1 0,-2 4 0,-1 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4T17:15:48.12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 16383,'0'15'0,"0"6"0,2 5 0,3 3 0,3 0 0,2-1 0,2-2 0,0-1 0,0 0 0,-1-1 0,-2-3 0,-1-1 0,-2-3 0,0-3 0,-1-1 0,0-3 0,-1-2 0,0 0 0,1 0 0,0 0 0,0-1 0,0 1 0,-1-3 0,0 0 0,0-3 0,-1-1 0,-1-1 0,1 0 0,0-2 0,2-4 0,0-5 0,0-3 0,0-3 0,-2 0 0,1 1 0,0-1 0,0 0 0,0-1 0,1 2 0,0 4 0,0 1 0,0 4 0,-1 3 0,-2 1 0,1 1 0,-1 1 0,1-1 0,-2 0 0,2 1 0,0 1 0,1 4 0,2 7 0,1 5 0,2 3 0,1-1 0,-1-3 0,1 1 0,1-1 0,-1 0 0,0 0 0,-1-4 0,-1-1 0,-1-3 0,-2-2 0,0-2 0,-2-1 0,-2-3 0,1-5 0,1-5 0,2-8 0,5-16 0,1-3 0,-1 1 0,-4 5 0,-3 14 0,0 2 0,-1 3 0,-1 3 0,1 2 0,-1 1 0,0 1 0,0-1 0,2-1 0,-1 0 0,1-1 0,-1 1 0,-1 0 0,0 0 0,-1 2 0,0 0 0,0 1 0,0 1 0,0 0 0,0 1 0,0 0 0,1 0 0,1-3 0,2-2 0,-1 0 0,0 2 0,0 3 0,-1 3 0,-1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22:02.73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 16383,'0'48'0,"0"8"0,0 17 0,0-8 0,0-15 0,0-13 0,0-7 0,0 9 0,0 2 0,0-8 0,0-11 0,0-13 0,0-6 0,0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22:08.32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1 387 16383,'0'-42'0,"0"-10"0,0-18 0,0-3 0,0 8 0,0 17 0,0 19 0,0 21 0,0 51 0,0 16 0,0-9 0,0 3 0,1 46 0,4-2 0,1-15 0,2-17 0,-1-21 0,-2-19 0,-2-11 0,-1-9 0,-1-7 0,0-15 0,-1-20 0,0-23 0,0-20 0,0-9 0,0-1 0,-2 12 0,0 18 0,-2 21 0,1 18 0,1 12 0,1 14 0,1 19 0,1 29 0,2 30 0,4 15 0,4 0 0,2-17 0,-1-27 0,-4-21 0,-4-18 0,-3-13 0,-3-28 0,-4-15 0,-5-31 0,-2-3 0,0 4 0,2 16 0,5 19 0,3 21 0,2 8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22:10.70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21 157 16383,'0'47'0,"0"12"0,0 9 0,0 1 0,0-16 0,0-18 0,0-14 0,0-13 0,0-7 0,0-23 0,0-12 0,0-30 0,0-10 0,0-8 0,0 1 0,0 14 0,0 19 0,0 19 0,0 15 0,0 11 0,0 15 0,0 23 0,0 26 0,1 25 0,1-36 0,1 1 0,5 44 0,2-19 0,1-21 0,-5-21 0,-1-8 0,-1-8 0,-3-6 0,0-6 0,0-5 0,-1-11 0,-1-13 0,-4-19 0,-9-36 0,-4-16 0,0-3 0,5 14 0,9 29 0,3 15 0,1 12 0,0 11 0,0 8 0,0 44 0,0 19 0,0-6 0,0 3 0,0 3 0,0 0 0,0 3 0,0-2 0,0 39 0,0-24 0,0-29 0,0-22 0,0-10 0,0-8 0,0-26 0,0-13 0,0-23 0,0-6 0,0-5 0,0 0 0,0 5 0,0 10 0,0 16 0,0 15 0,0 10 0,0 9 0,0 3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22:14.38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171 108 16383,'1'22'0,"7"7"0,12 13 0,8 6 0,4 0 0,1 1 0,-4-5 0,1-1 0,-6-9 0,-5-8 0,-5-9 0,-6-10 0,-2-4 0,0-3 0,3-7 0,9-8 0,15-13 0,17-14 0,10-9 0,4-6 0,-4-3 0,-7 2 0,-7 1 0,-11 6 0,-9 11 0,-9 10 0,-7 13 0,-3 10 0,-6 7 0,-5 8 0,-7 8 0,-10 13 0,-15 21 0,-7 9 0,-4 2 0,4-5 0,10-14 0,4-5 0,5-5 0,4-6 0,4-5 0,2-5 0,1 0 0,0-1 0,1 1 0,1-3 0,2-3 0,2-3 0,3-3 0,1-2 0,-2-1 0,-2-2 0,-3-3 0,-6-3 0,-6-5 0,-11-6 0,-10-10 0,-5-7 0,-3-8 0,3-4 0,6-1 0,5 1 0,6 2 0,6 5 0,5 5 0,5 9 0,5 8 0,4 8 0,2 4 0,2 4 0,3 11 0,4 4 0,9 19 0,9 7 0,11 19 0,17 22 0,-23-37 0,0 0 0,29 38 0,-10-18 0,-17-25 0,-8-10 0,-5-5 0,-1-2 0,-1-1 0,-1-4 0,-4-4 0,-3-6 0,-3-5 0,0-5 0,2-8 0,3-9 0,6-8 0,8-9 0,7-8 0,7-6 0,2-2 0,3 0 0,-2 4 0,-2 3 0,-3 2 0,-7 6 0,-5 6 0,-6 9 0,-5 8 0,-5 6 0,-4 7 0,-14 20 0,-9 10 0,-25 33 0,-8 6 0,-4 1 0,8-9 0,17-22 0,9-12 0,7-7 0,5-5 0,4-3 0,1-2 0,0-2 0,-2 2 0,-5 3 0,-4 2 0,-2 1 0,0-3 0,4-2 0,2-5 0,1-2 0,-7-9 0,-11-13 0,-9-12 0,-6-13 0,0-5 0,4-2 0,5-1 0,7 1 0,4 4 0,4 4 0,5 7 0,2 7 0,2 3 0,1 5 0,0 3 0,3 5 0,4 7 0,1 4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22:16.50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 16383,'0'48'0,"0"8"0,0 17 0,0-8 0,0-15 0,0-13 0,0-7 0,0 9 0,0 2 0,0-8 0,0-11 0,0-13 0,0-6 0,0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22:16.50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1 387 16383,'0'-42'0,"0"-10"0,0-18 0,0-3 0,0 8 0,0 17 0,0 19 0,0 21 0,0 51 0,0 16 0,0-9 0,0 3 0,1 46 0,4-2 0,1-15 0,2-17 0,-1-21 0,-2-19 0,-2-11 0,-1-9 0,-1-7 0,0-15 0,-1-20 0,0-23 0,0-20 0,0-9 0,0-1 0,-2 12 0,0 18 0,-2 21 0,1 18 0,1 12 0,1 14 0,1 19 0,1 29 0,2 30 0,4 15 0,4 0 0,2-17 0,-1-27 0,-4-21 0,-4-18 0,-3-13 0,-3-28 0,-4-15 0,-5-31 0,-2-3 0,0 4 0,2 16 0,5 19 0,3 21 0,2 8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22:16.50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21 157 16383,'0'47'0,"0"12"0,0 9 0,0 1 0,0-16 0,0-18 0,0-14 0,0-13 0,0-7 0,0-23 0,0-12 0,0-30 0,0-10 0,0-8 0,0 1 0,0 14 0,0 19 0,0 19 0,0 15 0,0 11 0,0 15 0,0 23 0,0 26 0,1 25 0,1-36 0,1 1 0,5 44 0,2-19 0,1-21 0,-5-21 0,-1-8 0,-1-8 0,-3-6 0,0-6 0,0-5 0,-1-11 0,-1-13 0,-4-19 0,-9-36 0,-4-16 0,0-3 0,5 14 0,9 29 0,3 15 0,1 12 0,0 11 0,0 8 0,0 44 0,0 19 0,0-6 0,0 3 0,0 3 0,0 0 0,0 3 0,0-2 0,0 39 0,0-24 0,0-29 0,0-22 0,0-10 0,0-8 0,0-26 0,0-13 0,0-23 0,0-6 0,0-5 0,0 0 0,0 5 0,0 10 0,0 16 0,0 15 0,0 10 0,0 9 0,0 3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22:16.50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171 108 16383,'1'22'0,"7"7"0,12 13 0,8 6 0,4 0 0,1 1 0,-4-5 0,1-1 0,-6-9 0,-5-8 0,-5-9 0,-6-10 0,-2-4 0,0-3 0,3-7 0,9-8 0,15-13 0,17-14 0,10-9 0,4-6 0,-4-3 0,-7 2 0,-7 1 0,-11 6 0,-9 11 0,-9 10 0,-7 13 0,-3 10 0,-6 7 0,-5 8 0,-7 8 0,-10 13 0,-15 21 0,-7 9 0,-4 2 0,4-5 0,10-14 0,4-5 0,5-5 0,4-6 0,4-5 0,2-5 0,1 0 0,0-1 0,1 1 0,1-3 0,2-3 0,2-3 0,3-3 0,1-2 0,-2-1 0,-2-2 0,-3-3 0,-6-3 0,-6-5 0,-11-6 0,-10-10 0,-5-7 0,-3-8 0,3-4 0,6-1 0,5 1 0,6 2 0,6 5 0,5 5 0,5 9 0,5 8 0,4 8 0,2 4 0,2 4 0,3 11 0,4 4 0,9 19 0,9 7 0,11 19 0,17 22 0,-23-37 0,0 0 0,29 38 0,-10-18 0,-17-25 0,-8-10 0,-5-5 0,-1-2 0,-1-1 0,-1-4 0,-4-4 0,-3-6 0,-3-5 0,0-5 0,2-8 0,3-9 0,6-8 0,8-9 0,7-8 0,7-6 0,2-2 0,3 0 0,-2 4 0,-2 3 0,-3 2 0,-7 6 0,-5 6 0,-6 9 0,-5 8 0,-5 6 0,-4 7 0,-14 20 0,-9 10 0,-25 33 0,-8 6 0,-4 1 0,8-9 0,17-22 0,9-12 0,7-7 0,5-5 0,4-3 0,1-2 0,0-2 0,-2 2 0,-5 3 0,-4 2 0,-2 1 0,0-3 0,4-2 0,2-5 0,1-2 0,-7-9 0,-11-13 0,-9-12 0,-6-13 0,0-5 0,4-2 0,5-1 0,7 1 0,4 4 0,4 4 0,5 7 0,2 7 0,2 3 0,1 5 0,0 3 0,3 5 0,4 7 0,1 4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1:59:27.01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3 145 16383,'0'25'0,"0"12"0,0 22 0,-2 19 0,1 8 0,7 2 0,9 0 0,10 0 0,1-13 0,-8-21 0,-8-29 0,-7-30 0,-3-24 0,0-27 0,-2-25 0,-1-16 0,1 46 0,1 0 0,0 0 0,3 1 0,14-47 0,13 7 0,12 16 0,6 18 0,-3 22 0,-1 16 0,0 11 0,1 12 0,4 16 0,-3 15 0,0 14 0,-6 8 0,-6 2 0,-6 4 0,-5 0 0,-3 3 0,-1 1 0,0-4 0,-3-3 0,-2-7 0,-4-6 0,-4-11 0,-3-12 0,-2-9 0,0-9 0,0-2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1:59:28.88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91 657 16383,'35'0'0,"-1"-2"0,3-6 0,1-11 0,2-13 0,2-15 0,-2-6 0,0-9 0,-5-2 0,-9 3 0,-9 1 0,-11 12 0,-4 6 0,-10 5 0,-8 6 0,-8 3 0,-8 5 0,-2 6 0,-3 5 0,-3 5 0,-2 4 0,-2 2 0,3 8 0,1 10 0,5 14 0,5 15 0,5 8 0,8 8 0,7 6 0,4 5 0,4 6 0,2 0 0,5 0 0,6-8 0,7-11 0,6-12 0,0-13 0,2-8 0,6-4 0,7-1 0,9-2 0,14-3 0,11-7 0,6-5 0,6-11 0,-5-11 0,-7-7 0,-10-5 0,-18 4 0,-13 5 0,-9 5 0,-9 6 0,-5 6 0,-4 1 0,-4 4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1:59:30.90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1 205 16383,'0'19'0,"0"8"0,8 34 0,8 3 0,8 6 0,8 4 0,-1-2 0,2-5 0,-5-9 0,-2-10 0,-1-5 0,1-4 0,-1-4 0,-2-6 0,-4-7 0,-5-6 0,-4-7 0,-2-4 0,1-10 0,3-14 0,3-24 0,1-22 0,-1-17 0,-3-10 0,-4 8 0,-3 11 0,-3 18 0,-1 18 0,-1 12 0,0 8 0,1 5 0,2 6 0,3 6 0,5 14 0,8 19 0,8 22 0,6 15 0,4 5 0,-3-5 0,-3-9 0,-3-10 0,-2-11 0,-3-10 0,-4-8 0,-3-6 0,-4-7 0,-1-3 0,-3-3 0,1-3 0,1-9 0,4-18 0,-2-23 0,-4-28 0,-4-18 0,-4 45 0,0-1 0,0-1 0,0 1 0,-3-46 0,-3 12 0,-3 14 0,-2 15 0,4 12 0,1 11 0,3 11 0,-1 10 0,0 8 0,0 3 0,0 2 0,2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1:59:33.70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0 144 16383,'0'36'0,"0"26"0,0 34 0,1-43 0,0 1 0,0-3 0,1-2 0,5 32 0,-1-18 0,2-18 0,-3-16 0,-1-9 0,-1-11 0,-3-56 0,2-19 0,1 7 0,3-5 0,2 4 0,3 1 0,3 0 0,3 2 0,3 6 0,3 3 0,25-34 0,-3 21 0,-3 20 0,-5 17 0,-1 13 0,2 8 0,0 13 0,5 20 0,-1 22 0,-1 23 0,-4 13 0,-7 2 0,-4-2 0,-6-8 0,-7-13 0,-4-11 0,-5-8 0,-2-5 0,1-5 0,-1-6 0,0-6 0,-1-11 0,-1-4 0,2-4 0,1-1 0,-1-1 0,1-4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1:59:35.302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0 538 16383,'32'0'0,"7"0"0,14 0 0,19 0 0,4-7 0,0-9 0,-4-13 0,-8-14 0,7-14 0,-4-2 0,-16 1 0,-15 7 0,-19 11 0,-7 2 0,-4 5 0,-7 3 0,-11 5 0,-17 4 0,-16 6 0,-15 6 0,-4 4 0,3 4 0,4 5 0,4 13 0,3 17 0,3 13 0,9 7 0,10 0 0,11-4 0,8 1 0,6-1 0,4 0 0,4-1 0,10-1 0,11-1 0,16-1 0,11-3 0,10-2 0,6-5 0,2-6 0,4-7 0,2-9 0,-3-7 0,-9-4 0,-15-3 0,-16 0 0,-10 0 0,-14 0 0,-4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1:59:37.33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94 16383,'4'50'0,"-1"7"0,3 15 0,6 6 0,8-2 0,5-8 0,3-8 0,-1-9 0,-1-14 0,-5-10 0,-5-11 0,2-4 0,-1-4 0,4-4 0,8-13 0,7-25 0,2-25 0,0-27 0,-21 38 0,-2-2 0,10-43 0,-4 11 0,-6 19 0,-3 19 0,-4 15 0,-3 10 0,-2 9 0,1 5 0,2 4 0,0 10 0,4 19 0,5 23 0,7 24 0,7 10 0,3 3 0,-1-8 0,-4-13 0,-2-13 0,-3-15 0,0-8 0,-2-5 0,-2-5 0,-3-3 0,-2-5 0,-1-5 0,0-5 0,3-7 0,4-13 0,3-25 0,0-26 0,-3-21 0,-12 39 0,-2-1 0,2-45 0,-2 12 0,-3 14 0,-1 20 0,-1 13 0,0 10 0,0 7 0,0 3 0,0 3 0,0 2 0,0 3 0,0 2 0,-1 2 0,1 2 0,-2 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17:56.57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1 140 16383,'43'0'0,"15"0"0,17 0 0,16 0 0,-1 0 0,0 0 0,-7 0 0,4 0 0,-6 0 0,-11 4 0,-10 1 0,-14 1 0,0-1 0,4-4 0,2 0 0,-1-1 0,0 0 0,-4 0 0,-4 0 0,-4 0 0,-4 0 0,-2 0 0,1 0 0,2 0 0,2 0 0,0 0 0,-1 0 0,0-1 0,-3-4 0,-2-3 0,0-1 0,-2 0 0,-4 4 0,-5 1 0,-7 1 0,-5 1 0,-1-1 0,2-1 0,7 0 0,5-1 0,6-1 0,1-2 0,-2-1 0,-1 1 0,-5 2 0,-5 1 0,-7 2 0,-8 2 0,-16-2 0,-17-1 0,-23-1 0,-8 1 0,-7 2 0,11 2 0,2-2 0,7-1 0,8 0 0,7-3 0,12 1 0,11 0 0,7 0 0,9 2 0,6 1 0,11 1 0,15 1 0,18 0 0,19 0 0,4 0 0,-5 0 0,-13 2 0,-15-1 0,0 3 0,-4 1 0,-5 0 0,-7 0 0,-9-2 0,-6-1 0,-5 0 0,-3-1 0,0 2 0,4 1 0,8 1 0,2 2 0,0-1 0,-3-2 0,-7 1 0,-4-1 0,-6 2 0,-6 1 0,-11 4 0,-15 7 0,-18 12 0,-15 9 0,-4 3 0,0 0 0,9-7 0,8-5 0,7-4 0,11-5 0,9-4 0,13-8 0,7-5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17:59.42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0 157 16383,'0'31'0,"0"12"0,0 11 0,0 3 0,0-6 0,0-10 0,0-9 0,0-6 0,0-8 0,0-8 0,0-10 0,0-14 0,1-11 0,6-17 0,9-14 0,11-8 0,11-3 0,3 5 0,2 8 0,-2 9 0,-2 10 0,-4 10 0,-6 9 0,-6 7 0,-5 5 0,-6 3 0,-4 2 0,-2 3 0,-3 10 0,2 12 0,-1 10 0,0 7 0,-2 3 0,-2 0 0,0-1 0,0-7 0,0-9 0,0-8 0,0-6 0,0-2 0,0 2 0,0 0 0,0 1 0,0-1 0,0-4 0,0-2 0,0-1 0,0-2 0,0-1 0,0 3 0,0 1 0,0 2 0,0 0 0,0-5 0,0-2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18:01.20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86 334 16383,'27'0'0,"2"0"0,3-3 0,1-6 0,-4-6 0,-5-7 0,-6-3 0,-8 0 0,-4-2 0,-3 1 0,-3 4 0,0 3 0,0 3 0,0 3 0,0 1 0,-2 1 0,-4-3 0,-5-1 0,-4-3 0,0 1 0,1 5 0,3 4 0,-1 5 0,0 1 0,-3 2 0,-2 0 0,-5 2 0,-4 7 0,-4 9 0,0 7 0,4 2 0,8-3 0,9-6 0,5-4 0,3-2 0,1-2 0,0-1 0,1 3 0,4 6 0,4 5 0,4 4 0,2 2 0,-1-2 0,0-4 0,-2-5 0,-2-7 0,-2-3 0,0 0 0,3 2 0,7 4 0,7 2 0,6 2 0,4 1 0,-1-2 0,-6-4 0,-7-6 0,-4-4 0,-4-3 0,0 0 0,2-1 0,3-4 0,7-6 0,3-2 0,-2 0 0,-6 5 0,-11 4 0,-4 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18:03.390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1 126 16383,'1'27'0,"5"6"0,3 10 0,5-2 0,1-4 0,0-7 0,-2-5 0,-2-4 0,-1-3 0,-2-5 0,-1-6 0,-2-4 0,0-3 0,0 0 0,2 0 0,2 0 0,2-2 0,2-5 0,0-5 0,1-1 0,-1-1 0,-1 0 0,0-4 0,-2-3 0,1 0 0,-1 5 0,-2 4 0,-2 6 0,-2 11 0,-3 10 0,-1 8 0,3 6 0,4 3 0,3 0 0,2-2 0,-2-4 0,-4-7 0,0-5 0,-2-4 0,1-5 0,1-3 0,-1-1 0,1-2 0,-1-2 0,3-7 0,2-9 0,5-13 0,5-11 0,2-5 0,2-2 0,-2 2 0,0 0 0,-2 0 0,0 1 0,-1 6 0,-2 8 0,-4 10 0,-7 12 0,-3 6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02:18:04.60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0 16383,'0'14'0,"0"2"0,0 0 0,0 1 0,0 1 0,0 1 0,1 2 0,4 11 0,2 4 0,2-1 0,0-3 0,-3-10 0,-3-5 0,-1-9 0,-2-2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4:39:26.968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162 187 16383,'33'0'0,"14"0"0,17 0 0,21 0 0,-34 0 0,2 0 0,1 0 0,0 0 0,4 0 0,0 0 0,-3 0 0,-1 0 0,-1 0 0,-1 0 0,1 0 0,0 0 0,45 0 0,1 0 0,-7 0 0,-2 0 0,-3 0 0,-2 0 0,0 0 0,4 0 0,-39 0 0,1 0 0,1 0 0,1 0 0,0 0 0,0 0 0,0 0 0,0 0 0,-2 0 0,-2 0 0,48 0 0,-10 0 0,-13 0 0,-10 0 0,-4 0 0,5 0 0,10 0 0,8 3 0,4 2 0,-3 4 0,-5 1 0,-8-1 0,-8-1 0,-12-1 0,-11-3 0,-10-2 0,-5-1 0,-1 0 0,0 1 0,-2 0 0,-3 1 0,-4-1 0,-8-1 0,-4 0 0,-18-1 0,-2 0 0,-14 0 0,-1 0 0,-14 0 0,-16 2 0,-15 0 0,-9 2 0,-4 1 0,5-3 0,4 0 0,8-2 0,8 0 0,6 0 0,7 0 0,6 0 0,3 0 0,0 0 0,-1 0 0,-6-1 0,-4-2 0,-4-1 0,0-2 0,1 1 0,4 2 0,4 1 0,5 2 0,3 0 0,2 0 0,-1 0 0,-1 0 0,-4 0 0,-2 0 0,-5 0 0,-5 0 0,-7 0 0,-7-1 0,-1-2 0,-1 1 0,4 0 0,-1 2 0,-3 0 0,-6 0 0,-9 0 0,-3 0 0,-3 0 0,1 0 0,0 0 0,-3 0 0,-1 0 0,1 0 0,9 0 0,12 0 0,13 0 0,14 0 0,9 0 0,7 0 0,8 0 0,11 0 0,63-2 0,25-5 0,-5 1 0,8-2 0,0-1 0,6-1 0,3-2 0,8-2 0,2 0 0,-23 3 0,1 1 0,0-1 0,-1 0 0,21-3 0,0 0 0,-4 1 0,-9 1 0,-2 0 0,-10 2 0,-11 3 0,-6 0 0,46-3 0,-4 5 0,-2 0 0,1 2 0,-2 1 0,-7 0 0,-5 2 0,-5 0 0,-5 0 0,-1 0 0,0 0 0,5 0 0,7 0 0,10 0 0,7 0 0,-1 1 0,-8 2 0,-10 1 0,-13 2 0,-12 0 0,-7 1 0,-14-2 0,-8-1 0,-8 1 0,-5 0 0,-1 1 0,-4-1 0,-3 0 0,-3 0 0,-1-1 0,0 1 0,-3 0 0,-5 1 0,-9 0 0,-9 0 0,-14 4 0,-20 2 0,-16 4 0,-16 2 0,41-9 0,-1 0 0,0 0 0,-1-1 0,1 0 0,-1-1 0,2 0 0,1-2 0,-42 3 0,-4-2 0,44-5 0,-2-1 0,-5 1 0,-3-2 0,-5 1 0,-2 0 0,-3 0 0,-1 0 0,1 1 0,0 1 0,3 0 0,1 1 0,2-1 0,2 2 0,2-1 0,1 1 0,1 0 0,1-1 0,0-1 0,1 1 0,2-1 0,0-1 0,0 1 0,-1-2 0,0 0 0,0 0 0,2 0 0,1 0 0,3 0 0,1 0 0,-37 0 0,14 0 0,6 0 0,1 0 0,-2 0 0,-1 0 0,7 0 0,10 0 0,10 0 0,10 0 0,7 0 0,13 0 0,16 0 0,35 0 0,49-5 0,-23 1 0,6-1 0,12-1 0,3-1 0,5 0 0,2 0 0,-1 0 0,-1 1 0,-1 0 0,-1 0 0,-2 0 0,-2 2 0,-6-1 0,-2 1 0,-7 1 0,-2 0 0,-9 1 0,-1 1 0,-2-1 0,0 1 0,-1 1 0,1 0 0,2-1 0,1 0 0,6-1 0,0 0 0,-1 0 0,-1-2 0,1 1 0,0-1 0,-1 1 0,0 1 0,-5-1 0,0 1 0,-3 1 0,-2 1 0,42 0 0,-14 0 0,-12 0 0,-8 3 0,-14 1 0,-5 1 0,-8 2 0,-5-1 0,-1 0 0,0 1 0,1-1 0,0 1 0,-4-1 0,-9-1 0,-9-2 0,-15-2 0,-17 2 0,-24 4 0,-40 5 0,17-3 0,-15 1 0,-3 1 0,12-3 0,-2 1 0,-2-1 0,1 0 0,-3 0 0,0 0 0,0 0 0,2 0 0,-21 0 0,1 1 0,12-2 0,10-2 0,8-1 0,11-1 0,2 0 0,5-1 0,2 0 0,-38 0 0,6-2 0,3 0 0,0-1 0,-3-3 0,2-4 0,5-2 0,11-2 0,8 2 0,3 0 0,2 0 0,-2 1 0,-1 0 0,-2 0 0,2 1 0,0 2 0,3 0 0,6 1 0,3-2 0,5-2 0,1-2 0,3-2 0,0-1 0,4 1 0,6 2 0,8 3 0,10 3 0,19 1 0,28 2 0,42 2 0,-20 0 0,5 0 0,16 0 0,3 0 0,12 1 0,1 2 0,-31 0 0,0 0 0,0 1 0,0 0 0,1 0 0,-2 1 0,26 4 0,-2 0 0,-8 0 0,-3 0 0,-7 0 0,-3 0 0,-9 0 0,-1 1 0,1-1 0,0 0 0,-2-1 0,-1 1 0,0-2 0,-1 0 0,0-1 0,-1 0 0,-5-1 0,-2-1 0,41 0 0,-10-2 0,-10-2 0,-7 0 0,-10 0 0,-10 0 0,-12 0 0,-4 0 0,9 4 0,45 21 0,-40-15 0,24 15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5T14:39:31.83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0 31 16383,'43'0'0,"17"0"0,27 0 0,-35 0 0,3 0 0,2 0 0,2 0 0,2 0 0,0 0 0,1 0 0,1 0 0,-5 0 0,1 0 0,3 0 0,0 0 0,-3 0 0,0 0 0,-1 1 0,0 1 0,0 2 0,-2 1 0,34 9 0,-16 4 0,-23 0 0,-13-4 0,-3 0 0,1-2 0,3 0 0,2-3 0,2 2 0,5-3 0,10 0 0,8 0 0,12-4 0,2 0 0,1-2 0,-4-1 0,-6 1 0,-4 0 0,-3 0 0,-1-1 0,4 1 0,2 0 0,1 0 0,2 0 0,-2-2 0,3 0 0,-1 0 0,-5 0 0,-6 0 0,-11 0 0,-14-2 0,-11 1 0,-10-2 0,-7-2 0,-3 1 0,-7 0 0,-12 0 0,-17 1 0,-21 0 0,-29 1 0,31 2 0,-2-1 0,-5 1 0,-1 0 0,-4 0 0,1 0 0,4 0 0,0 0 0,2 0 0,1 0 0,-43 0 0,12 0 0,10 0 0,2 0 0,-2 0 0,-9 0 0,-9 0 0,-7 0 0,49 0 0,0 0 0,-47 0 0,7 0 0,3 0 0,1 0 0,0 0 0,-4 0 0,-3 0 0,-4 0 0,46 0 0,-1 0 0,-2 0 0,1 0 0,0 0 0,2 0 0,-48 0 0,12-1 0,16-3 0,13-2 0,13-2 0,14 1 0,11 1 0,9 0 0,8 1 0,2-1 0,3 2 0,11-2 0,23-3 0,43-5 0,-8 3 0,9 0 0,-12 2 0,5 1 0,5 0 0,1 1 0,6 1 0,2 0 0,1 1 0,6 0 0,2 0 0,0 1 0,-1 0 0,-5 1 0,-1 1 0,-2 0 0,-1 0 0,15 1 0,-2 0 0,-10 0 0,-1 1 0,-11 1 0,-17 0 0,-5 0 0,31 1 0,-14 0 0,-5-1 0,1-1 0,-1 0 0,3 2 0,-2 2 0,-2 0 0,-6 2 0,-10 0 0,-7-2 0,-5 1 0,-5 0 0,2-2 0,1 1 0,-5-3 0,-5-1 0,-9 0 0,-7 0 0,-7 0 0,-20 4 0,-30 2 0,-33 2 0,25-4 0,-4 1 0,-8-3 0,-1 0 0,0 0 0,0-1 0,2 0 0,1 0 0,4-1 0,2 0 0,6 0 0,2 0 0,-47 0 0,18 0 0,13 0 0,12 0 0,7 0 0,0 0 0,-2 0 0,-6 0 0,-4 2 0,-4 0 0,-3 0 0,-3 0 0,-3-2 0,-3 0 0,0 0 0,3 0 0,1 0 0,3 0 0,0 0 0,-1 1 0,-2 2 0,0 1 0,2 0 0,7 1 0,11 0 0,12 1 0,14-2 0,11 0 0,9 0 0,2 0 0,2 1 0,-2-1 0,1 1 0,2-2 0,2 0 0,4-2 0,3-1 0,2 0 0,6 0 0,22 0 0,43 0 0,-13-3 0,8-2 0,-8 0 0,5 0 0,2-1 0,13-2 0,3 0 0,1 1 0,1-1 0,1 0 0,-2 1 0,-5 1 0,-1 1 0,-3 0 0,-11 2 0,-2 0 0,-5 0 0,13 2 0,-7-1 0,-13 1 0,-5 0 0,21 1 0,-21 0 0,-11 0 0,-8 0 0,-2 0 0,2 0 0,6 0 0,7 0 0,1 0 0,-1 0 0,-9 0 0,-10 0 0,-6 0 0,-5 10 0,-7-8 0,-3 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0A9BA-7E61-5946-AC0A-33D76EC22E59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15ECBA-B703-B94A-A4F1-E6F49DADA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26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ECBA-B703-B94A-A4F1-E6F49DADA1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4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49D36-EAF7-5D18-AFFC-5B21D164E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A8128F-5BAA-86D0-A52A-711E64A70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44B61-6F35-6DB6-854D-B7507406D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C2A3D-7AB4-A116-5263-CF6C3C316E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ECBA-B703-B94A-A4F1-E6F49DADA1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32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A1E1-39C1-B709-964F-2A3D8B224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FF056-3FEF-5DA2-B085-A9DA86238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D753A-2656-6F3D-1FC7-F1296A0EB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7C757-1145-D56F-1123-8CE7167A5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ECBA-B703-B94A-A4F1-E6F49DADA1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28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A957E-072E-689E-1D3B-710F4446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9B431-3D00-FD55-5F9D-F2D68A35F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7EB0A-9FE6-31E5-F3C3-117E9D44C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77293-8AD8-CBF7-906C-0BBE0034B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ECBA-B703-B94A-A4F1-E6F49DADA1C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1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D52D6-71B6-AF1C-4BE6-E0ABE01D2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C3F83A-C3C4-3ECD-6014-EB83D0CFB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97E7A5-ABC4-4A87-27F8-CAAF47484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17472-0548-AC5F-190C-2C3280EAA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ECBA-B703-B94A-A4F1-E6F49DADA1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86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C80F-EFD4-5982-2853-1A47B1641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6DD44-3FD8-730A-AE6C-31F63986A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505DF-2231-0E53-3EC6-CB76F8068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C804A-E5B4-AC9C-945D-CAAA491B5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ECBA-B703-B94A-A4F1-E6F49DADA1C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15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7D8F8-DA4E-000A-14A7-15B00D914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770C8-D905-B084-F140-AD33EF5A1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641A4-8431-717B-F803-5DF07881E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F1FEC-BFDF-E300-2791-BA43F085B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ECBA-B703-B94A-A4F1-E6F49DADA1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74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6B1C8-9578-53C5-FFE5-3B017899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C2903-B7E2-FF11-F1BA-BFD7C3945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21B88-6967-4F4D-58BC-2F9AD6E65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EF9E7-CF5E-BA46-1748-34ADE478B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ECBA-B703-B94A-A4F1-E6F49DADA1C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30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B1B95-6C77-BB24-7676-EB0934FF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C5CCD-FF06-3109-31DA-2051C867A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793F50-FBFB-DDBC-B4B6-A56FD5DCE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7D6CD-62B0-EED2-C021-B931433BA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ECBA-B703-B94A-A4F1-E6F49DADA1C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23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15ECBA-B703-B94A-A4F1-E6F49DADA1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27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89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7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5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07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98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84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80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5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183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77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22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7B0A2F9-9C61-9446-A335-D9E858CD923A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D2E88F9-6EE6-2849-9FCD-C4550147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632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.png"/><Relationship Id="rId11" Type="http://schemas.openxmlformats.org/officeDocument/2006/relationships/image" Target="../media/image13.png"/><Relationship Id="rId5" Type="http://schemas.openxmlformats.org/officeDocument/2006/relationships/customXml" Target="../ink/ink3.xml"/><Relationship Id="rId10" Type="http://schemas.openxmlformats.org/officeDocument/2006/relationships/customXml" Target="../ink/ink4.xml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18" Type="http://schemas.openxmlformats.org/officeDocument/2006/relationships/customXml" Target="../ink/ink9.xml"/><Relationship Id="rId3" Type="http://schemas.openxmlformats.org/officeDocument/2006/relationships/image" Target="../media/image14.png"/><Relationship Id="rId21" Type="http://schemas.openxmlformats.org/officeDocument/2006/relationships/image" Target="../media/image25.png"/><Relationship Id="rId7" Type="http://schemas.openxmlformats.org/officeDocument/2006/relationships/image" Target="../media/image17.png"/><Relationship Id="rId12" Type="http://schemas.openxmlformats.org/officeDocument/2006/relationships/customXml" Target="../ink/ink6.xml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20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26.png"/><Relationship Id="rId10" Type="http://schemas.openxmlformats.org/officeDocument/2006/relationships/customXml" Target="../ink/ink5.xml"/><Relationship Id="rId19" Type="http://schemas.openxmlformats.org/officeDocument/2006/relationships/image" Target="../media/image24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2.png"/><Relationship Id="rId18" Type="http://schemas.openxmlformats.org/officeDocument/2006/relationships/image" Target="../media/image35.png"/><Relationship Id="rId3" Type="http://schemas.openxmlformats.org/officeDocument/2006/relationships/customXml" Target="../ink/ink12.xml"/><Relationship Id="rId21" Type="http://schemas.openxmlformats.org/officeDocument/2006/relationships/customXml" Target="../ink/ink19.xml"/><Relationship Id="rId7" Type="http://schemas.openxmlformats.org/officeDocument/2006/relationships/customXml" Target="../ink/ink14.xml"/><Relationship Id="rId12" Type="http://schemas.openxmlformats.org/officeDocument/2006/relationships/image" Target="../media/image31.png"/><Relationship Id="rId17" Type="http://schemas.openxmlformats.org/officeDocument/2006/relationships/customXml" Target="../ink/ink17.xml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4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8.png"/><Relationship Id="rId5" Type="http://schemas.openxmlformats.org/officeDocument/2006/relationships/customXml" Target="../ink/ink13.xml"/><Relationship Id="rId15" Type="http://schemas.openxmlformats.org/officeDocument/2006/relationships/customXml" Target="../ink/ink16.xml"/><Relationship Id="rId10" Type="http://schemas.openxmlformats.org/officeDocument/2006/relationships/image" Target="../media/image30.png"/><Relationship Id="rId19" Type="http://schemas.openxmlformats.org/officeDocument/2006/relationships/customXml" Target="../ink/ink18.xml"/><Relationship Id="rId4" Type="http://schemas.openxmlformats.org/officeDocument/2006/relationships/image" Target="../media/image27.png"/><Relationship Id="rId9" Type="http://schemas.openxmlformats.org/officeDocument/2006/relationships/customXml" Target="../ink/ink15.xml"/><Relationship Id="rId14" Type="http://schemas.openxmlformats.org/officeDocument/2006/relationships/image" Target="../media/image33.png"/><Relationship Id="rId22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png"/><Relationship Id="rId7" Type="http://schemas.openxmlformats.org/officeDocument/2006/relationships/customXml" Target="../ink/ink2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customXml" Target="../ink/ink20.xml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openxmlformats.org/officeDocument/2006/relationships/customXml" Target="../ink/ink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customXml" Target="../ink/ink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8.xml"/><Relationship Id="rId39" Type="http://schemas.openxmlformats.org/officeDocument/2006/relationships/image" Target="../media/image69.png"/><Relationship Id="rId3" Type="http://schemas.openxmlformats.org/officeDocument/2006/relationships/image" Target="../media/image53.png"/><Relationship Id="rId34" Type="http://schemas.openxmlformats.org/officeDocument/2006/relationships/customXml" Target="../ink/ink30.xml"/><Relationship Id="rId42" Type="http://schemas.openxmlformats.org/officeDocument/2006/relationships/customXml" Target="../ink/ink34.xml"/><Relationship Id="rId47" Type="http://schemas.openxmlformats.org/officeDocument/2006/relationships/image" Target="../media/image61.png"/><Relationship Id="rId50" Type="http://schemas.openxmlformats.org/officeDocument/2006/relationships/customXml" Target="../ink/ink38.xml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33" Type="http://schemas.openxmlformats.org/officeDocument/2006/relationships/image" Target="../media/image66.png"/><Relationship Id="rId38" Type="http://schemas.openxmlformats.org/officeDocument/2006/relationships/customXml" Target="../ink/ink32.xml"/><Relationship Id="rId46" Type="http://schemas.openxmlformats.org/officeDocument/2006/relationships/customXml" Target="../ink/ink36.xml"/><Relationship Id="rId2" Type="http://schemas.openxmlformats.org/officeDocument/2006/relationships/image" Target="../media/image52.png"/><Relationship Id="rId16" Type="http://schemas.openxmlformats.org/officeDocument/2006/relationships/customXml" Target="../ink/ink29.xml"/><Relationship Id="rId41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5.xml"/><Relationship Id="rId11" Type="http://schemas.openxmlformats.org/officeDocument/2006/relationships/image" Target="../media/image56.png"/><Relationship Id="rId37" Type="http://schemas.openxmlformats.org/officeDocument/2006/relationships/image" Target="../media/image68.png"/><Relationship Id="rId40" Type="http://schemas.openxmlformats.org/officeDocument/2006/relationships/customXml" Target="../ink/ink33.xml"/><Relationship Id="rId45" Type="http://schemas.openxmlformats.org/officeDocument/2006/relationships/image" Target="../media/image60.png"/><Relationship Id="rId5" Type="http://schemas.openxmlformats.org/officeDocument/2006/relationships/image" Target="../media/image510.png"/><Relationship Id="rId15" Type="http://schemas.openxmlformats.org/officeDocument/2006/relationships/image" Target="../media/image58.png"/><Relationship Id="rId36" Type="http://schemas.openxmlformats.org/officeDocument/2006/relationships/customXml" Target="../ink/ink31.xml"/><Relationship Id="rId49" Type="http://schemas.openxmlformats.org/officeDocument/2006/relationships/image" Target="../media/image62.png"/><Relationship Id="rId10" Type="http://schemas.openxmlformats.org/officeDocument/2006/relationships/customXml" Target="../ink/ink27.xml"/><Relationship Id="rId44" Type="http://schemas.openxmlformats.org/officeDocument/2006/relationships/customXml" Target="../ink/ink35.xml"/><Relationship Id="rId4" Type="http://schemas.openxmlformats.org/officeDocument/2006/relationships/customXml" Target="../ink/ink24.xml"/><Relationship Id="rId9" Type="http://schemas.openxmlformats.org/officeDocument/2006/relationships/image" Target="../media/image55.png"/><Relationship Id="rId14" Type="http://schemas.openxmlformats.org/officeDocument/2006/relationships/image" Target="../media/image560.png"/><Relationship Id="rId35" Type="http://schemas.openxmlformats.org/officeDocument/2006/relationships/image" Target="../media/image67.png"/><Relationship Id="rId43" Type="http://schemas.openxmlformats.org/officeDocument/2006/relationships/image" Target="../media/image59.png"/><Relationship Id="rId48" Type="http://schemas.openxmlformats.org/officeDocument/2006/relationships/customXml" Target="../ink/ink37.xml"/><Relationship Id="rId8" Type="http://schemas.openxmlformats.org/officeDocument/2006/relationships/customXml" Target="../ink/ink26.xml"/><Relationship Id="rId51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7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39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customXml" Target="../ink/ink42.xml"/><Relationship Id="rId18" Type="http://schemas.openxmlformats.org/officeDocument/2006/relationships/image" Target="../media/image82.png"/><Relationship Id="rId3" Type="http://schemas.openxmlformats.org/officeDocument/2006/relationships/image" Target="../media/image72.png"/><Relationship Id="rId21" Type="http://schemas.openxmlformats.org/officeDocument/2006/relationships/customXml" Target="../ink/ink46.xml"/><Relationship Id="rId7" Type="http://schemas.openxmlformats.org/officeDocument/2006/relationships/image" Target="../media/image77.png"/><Relationship Id="rId12" Type="http://schemas.openxmlformats.org/officeDocument/2006/relationships/image" Target="../media/image79.png"/><Relationship Id="rId17" Type="http://schemas.openxmlformats.org/officeDocument/2006/relationships/customXml" Target="../ink/ink44.xml"/><Relationship Id="rId2" Type="http://schemas.openxmlformats.org/officeDocument/2006/relationships/image" Target="../media/image65.png"/><Relationship Id="rId16" Type="http://schemas.openxmlformats.org/officeDocument/2006/relationships/image" Target="../media/image81.png"/><Relationship Id="rId20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.png"/><Relationship Id="rId11" Type="http://schemas.openxmlformats.org/officeDocument/2006/relationships/customXml" Target="../ink/ink41.xml"/><Relationship Id="rId24" Type="http://schemas.openxmlformats.org/officeDocument/2006/relationships/image" Target="../media/image85.png"/><Relationship Id="rId5" Type="http://schemas.openxmlformats.org/officeDocument/2006/relationships/image" Target="../media/image75.png"/><Relationship Id="rId15" Type="http://schemas.openxmlformats.org/officeDocument/2006/relationships/customXml" Target="../ink/ink43.xml"/><Relationship Id="rId23" Type="http://schemas.openxmlformats.org/officeDocument/2006/relationships/customXml" Target="../ink/ink47.xml"/><Relationship Id="rId10" Type="http://schemas.openxmlformats.org/officeDocument/2006/relationships/image" Target="../media/image78.png"/><Relationship Id="rId19" Type="http://schemas.openxmlformats.org/officeDocument/2006/relationships/customXml" Target="../ink/ink45.xml"/><Relationship Id="rId4" Type="http://schemas.openxmlformats.org/officeDocument/2006/relationships/image" Target="../media/image74.png"/><Relationship Id="rId9" Type="http://schemas.openxmlformats.org/officeDocument/2006/relationships/customXml" Target="../ink/ink40.xml"/><Relationship Id="rId14" Type="http://schemas.openxmlformats.org/officeDocument/2006/relationships/image" Target="../media/image80.png"/><Relationship Id="rId22" Type="http://schemas.openxmlformats.org/officeDocument/2006/relationships/image" Target="../media/image8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customXml" Target="../ink/ink51.xml"/><Relationship Id="rId18" Type="http://schemas.openxmlformats.org/officeDocument/2006/relationships/image" Target="../media/image97.png"/><Relationship Id="rId3" Type="http://schemas.openxmlformats.org/officeDocument/2006/relationships/image" Target="../media/image87.png"/><Relationship Id="rId21" Type="http://schemas.openxmlformats.org/officeDocument/2006/relationships/customXml" Target="../ink/ink55.xml"/><Relationship Id="rId7" Type="http://schemas.openxmlformats.org/officeDocument/2006/relationships/customXml" Target="../ink/ink48.xml"/><Relationship Id="rId12" Type="http://schemas.openxmlformats.org/officeDocument/2006/relationships/image" Target="../media/image94.png"/><Relationship Id="rId17" Type="http://schemas.openxmlformats.org/officeDocument/2006/relationships/customXml" Target="../ink/ink53.xml"/><Relationship Id="rId2" Type="http://schemas.openxmlformats.org/officeDocument/2006/relationships/image" Target="../media/image86.png"/><Relationship Id="rId16" Type="http://schemas.openxmlformats.org/officeDocument/2006/relationships/image" Target="../media/image96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1.png"/><Relationship Id="rId11" Type="http://schemas.openxmlformats.org/officeDocument/2006/relationships/customXml" Target="../ink/ink50.xml"/><Relationship Id="rId5" Type="http://schemas.openxmlformats.org/officeDocument/2006/relationships/image" Target="../media/image89.png"/><Relationship Id="rId15" Type="http://schemas.openxmlformats.org/officeDocument/2006/relationships/customXml" Target="../ink/ink52.xml"/><Relationship Id="rId10" Type="http://schemas.openxmlformats.org/officeDocument/2006/relationships/image" Target="../media/image93.png"/><Relationship Id="rId19" Type="http://schemas.openxmlformats.org/officeDocument/2006/relationships/customXml" Target="../ink/ink54.xml"/><Relationship Id="rId4" Type="http://schemas.openxmlformats.org/officeDocument/2006/relationships/image" Target="../media/image88.png"/><Relationship Id="rId9" Type="http://schemas.openxmlformats.org/officeDocument/2006/relationships/customXml" Target="../ink/ink49.xml"/><Relationship Id="rId14" Type="http://schemas.openxmlformats.org/officeDocument/2006/relationships/image" Target="../media/image95.png"/><Relationship Id="rId22" Type="http://schemas.openxmlformats.org/officeDocument/2006/relationships/image" Target="../media/image9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customXml" Target="../ink/ink61.xml"/><Relationship Id="rId3" Type="http://schemas.openxmlformats.org/officeDocument/2006/relationships/customXml" Target="../ink/ink56.xml"/><Relationship Id="rId7" Type="http://schemas.openxmlformats.org/officeDocument/2006/relationships/customXml" Target="../ink/ink58.xml"/><Relationship Id="rId12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2.png"/><Relationship Id="rId11" Type="http://schemas.openxmlformats.org/officeDocument/2006/relationships/customXml" Target="../ink/ink60.xml"/><Relationship Id="rId5" Type="http://schemas.openxmlformats.org/officeDocument/2006/relationships/customXml" Target="../ink/ink57.xml"/><Relationship Id="rId10" Type="http://schemas.openxmlformats.org/officeDocument/2006/relationships/image" Target="../media/image104.png"/><Relationship Id="rId4" Type="http://schemas.openxmlformats.org/officeDocument/2006/relationships/image" Target="../media/image101.png"/><Relationship Id="rId9" Type="http://schemas.openxmlformats.org/officeDocument/2006/relationships/customXml" Target="../ink/ink59.xml"/><Relationship Id="rId14" Type="http://schemas.openxmlformats.org/officeDocument/2006/relationships/image" Target="../media/image10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customXml" Target="../ink/ink62.xml"/><Relationship Id="rId7" Type="http://schemas.openxmlformats.org/officeDocument/2006/relationships/customXml" Target="../ink/ink64.xml"/><Relationship Id="rId12" Type="http://schemas.openxmlformats.org/officeDocument/2006/relationships/image" Target="../media/image112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9.png"/><Relationship Id="rId11" Type="http://schemas.openxmlformats.org/officeDocument/2006/relationships/customXml" Target="../ink/ink66.xml"/><Relationship Id="rId5" Type="http://schemas.openxmlformats.org/officeDocument/2006/relationships/customXml" Target="../ink/ink63.xml"/><Relationship Id="rId10" Type="http://schemas.openxmlformats.org/officeDocument/2006/relationships/image" Target="../media/image111.png"/><Relationship Id="rId4" Type="http://schemas.openxmlformats.org/officeDocument/2006/relationships/image" Target="../media/image108.png"/><Relationship Id="rId9" Type="http://schemas.openxmlformats.org/officeDocument/2006/relationships/customXml" Target="../ink/ink6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7.xml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9.png"/><Relationship Id="rId5" Type="http://schemas.openxmlformats.org/officeDocument/2006/relationships/customXml" Target="../ink/ink68.xml"/><Relationship Id="rId4" Type="http://schemas.openxmlformats.org/officeDocument/2006/relationships/image" Target="../media/image1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gi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A89DF-404F-6BA7-0873-016BF89F13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🤌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E2490-E609-3962-166B-6DC4C1E1CE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Diffusion articles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0B6E0D2-E493-F3F5-B39A-2261C1021484}"/>
                  </a:ext>
                </a:extLst>
              </p14:cNvPr>
              <p14:cNvContentPartPr/>
              <p14:nvPr/>
            </p14:nvContentPartPr>
            <p14:xfrm rot="5400000">
              <a:off x="10083464" y="5925392"/>
              <a:ext cx="505800" cy="13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0B6E0D2-E493-F3F5-B39A-2261C10214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10065824" y="5817752"/>
                <a:ext cx="541440" cy="3524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0FC344D-343B-E221-E868-3EA2CA781E40}"/>
              </a:ext>
            </a:extLst>
          </p:cNvPr>
          <p:cNvSpPr txBox="1"/>
          <p:nvPr/>
        </p:nvSpPr>
        <p:spPr>
          <a:xfrm>
            <a:off x="10404764" y="5670627"/>
            <a:ext cx="1650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Предложили в статье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972EFC6-3E99-A0D7-0051-2988F73D45A6}"/>
                  </a:ext>
                </a:extLst>
              </p14:cNvPr>
              <p14:cNvContentPartPr/>
              <p14:nvPr/>
            </p14:nvContentPartPr>
            <p14:xfrm>
              <a:off x="10280833" y="5139297"/>
              <a:ext cx="146520" cy="543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972EFC6-3E99-A0D7-0051-2988F73D45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63193" y="5031657"/>
                <a:ext cx="182160" cy="759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8CC2FC4-BC92-EF54-4E2A-A7FB191A9532}"/>
              </a:ext>
            </a:extLst>
          </p:cNvPr>
          <p:cNvSpPr txBox="1"/>
          <p:nvPr/>
        </p:nvSpPr>
        <p:spPr>
          <a:xfrm>
            <a:off x="10404764" y="5243660"/>
            <a:ext cx="165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550966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A5234-85A9-0419-6A54-2FCC2C6BE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Improved DDPM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656041-3C25-EA79-6AAB-2A03CE249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640447"/>
            <a:ext cx="7772400" cy="616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3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4B90E-6B5E-DE62-7E4E-C5FBC03F5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6404-B9F0-7904-79F2-2D1CB5B9E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DDPM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96A54E-5F37-3032-A9DD-3BA6E52F1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60335"/>
            <a:ext cx="3327400" cy="381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2B513A-DB5F-4FDA-9E13-B4AD18613F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70856"/>
            <a:ext cx="3683000" cy="406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2B27B9-F9D5-A4C4-6B7E-F9F106ED35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8981"/>
          <a:stretch>
            <a:fillRect/>
          </a:stretch>
        </p:blipFill>
        <p:spPr>
          <a:xfrm>
            <a:off x="838200" y="5449577"/>
            <a:ext cx="3479800" cy="369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2BD56F-E614-250E-D8BA-3C1687338A4C}"/>
              </a:ext>
            </a:extLst>
          </p:cNvPr>
          <p:cNvSpPr txBox="1"/>
          <p:nvPr/>
        </p:nvSpPr>
        <p:spPr>
          <a:xfrm>
            <a:off x="838200" y="1991003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Зашумление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3BF32A-1359-C2AD-A3F8-6CE4509FF1D8}"/>
              </a:ext>
            </a:extLst>
          </p:cNvPr>
          <p:cNvSpPr txBox="1"/>
          <p:nvPr/>
        </p:nvSpPr>
        <p:spPr>
          <a:xfrm>
            <a:off x="838200" y="3201524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Расшумление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BBB58-1FBD-EE78-2D86-EF455B1F94C4}"/>
              </a:ext>
            </a:extLst>
          </p:cNvPr>
          <p:cNvSpPr txBox="1"/>
          <p:nvPr/>
        </p:nvSpPr>
        <p:spPr>
          <a:xfrm>
            <a:off x="838200" y="5031601"/>
            <a:ext cx="299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Одношаговое зашумление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F3B4F-091F-FE75-08B8-BF5478B602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4783" y="2360335"/>
            <a:ext cx="6378830" cy="345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01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0D519-0691-8E4F-878A-835F3873B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4D07-CCD6-7FF0-BBB2-54F29C75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DDPM – </a:t>
            </a:r>
            <a:r>
              <a:rPr lang="ru-RU" dirty="0"/>
              <a:t>можно учить по разному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68237F-35E8-F167-3C93-DC955CEC9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634" y="3009900"/>
            <a:ext cx="3902948" cy="12352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2DC036-9DC5-FF27-2C53-8353CD31455A}"/>
              </a:ext>
            </a:extLst>
          </p:cNvPr>
          <p:cNvSpPr txBox="1"/>
          <p:nvPr/>
        </p:nvSpPr>
        <p:spPr>
          <a:xfrm>
            <a:off x="918634" y="2549803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vlb</a:t>
            </a:r>
            <a:r>
              <a:rPr lang="en-US" dirty="0"/>
              <a:t> loss</a:t>
            </a:r>
            <a:r>
              <a:rPr lang="ru-RU" dirty="0"/>
              <a:t> – в лоб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96CE4E-A6A1-5754-D304-B55A5EA0F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208" y="3021866"/>
            <a:ext cx="3421026" cy="5507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DAA603-03DC-8AC5-89E0-71F8B11D0196}"/>
              </a:ext>
            </a:extLst>
          </p:cNvPr>
          <p:cNvSpPr txBox="1"/>
          <p:nvPr/>
        </p:nvSpPr>
        <p:spPr>
          <a:xfrm>
            <a:off x="6738208" y="2549803"/>
            <a:ext cx="4152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simple loss</a:t>
            </a:r>
            <a:r>
              <a:rPr lang="ru-RU" dirty="0"/>
              <a:t> – картинки лучше чем у </a:t>
            </a:r>
            <a:r>
              <a:rPr lang="en-US" dirty="0" err="1"/>
              <a:t>vlb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9E292BC-54C0-592B-9EBE-C545BF71175C}"/>
                  </a:ext>
                </a:extLst>
              </p14:cNvPr>
              <p14:cNvContentPartPr/>
              <p14:nvPr/>
            </p14:nvContentPartPr>
            <p14:xfrm>
              <a:off x="-1003298" y="3161673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9E292BC-54C0-592B-9EBE-C545BF71175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020938" y="3054033"/>
                <a:ext cx="36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57" name="Picture 56">
            <a:extLst>
              <a:ext uri="{FF2B5EF4-FFF2-40B4-BE49-F238E27FC236}">
                <a16:creationId xmlns:a16="http://schemas.microsoft.com/office/drawing/2014/main" id="{28ADED3D-7E28-CD19-AF21-DE36DA7DB0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2537" y="3736695"/>
            <a:ext cx="1663952" cy="29252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45BA510A-199A-447A-AE2A-9EA635DFBB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634" y="4264580"/>
            <a:ext cx="1374141" cy="835055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989CB9F9-B1AB-A0E0-CE27-CD238183D6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8208" y="3736695"/>
            <a:ext cx="1209084" cy="669214"/>
          </a:xfrm>
          <a:custGeom>
            <a:avLst/>
            <a:gdLst>
              <a:gd name="csX0" fmla="*/ 0 w 1209084"/>
              <a:gd name="csY0" fmla="*/ 0 h 669214"/>
              <a:gd name="csX1" fmla="*/ 390937 w 1209084"/>
              <a:gd name="csY1" fmla="*/ 0 h 669214"/>
              <a:gd name="csX2" fmla="*/ 793965 w 1209084"/>
              <a:gd name="csY2" fmla="*/ 0 h 669214"/>
              <a:gd name="csX3" fmla="*/ 1209084 w 1209084"/>
              <a:gd name="csY3" fmla="*/ 0 h 669214"/>
              <a:gd name="csX4" fmla="*/ 1209084 w 1209084"/>
              <a:gd name="csY4" fmla="*/ 334607 h 669214"/>
              <a:gd name="csX5" fmla="*/ 1209084 w 1209084"/>
              <a:gd name="csY5" fmla="*/ 669214 h 669214"/>
              <a:gd name="csX6" fmla="*/ 806056 w 1209084"/>
              <a:gd name="csY6" fmla="*/ 669214 h 669214"/>
              <a:gd name="csX7" fmla="*/ 427210 w 1209084"/>
              <a:gd name="csY7" fmla="*/ 669214 h 669214"/>
              <a:gd name="csX8" fmla="*/ 0 w 1209084"/>
              <a:gd name="csY8" fmla="*/ 669214 h 669214"/>
              <a:gd name="csX9" fmla="*/ 0 w 1209084"/>
              <a:gd name="csY9" fmla="*/ 341299 h 669214"/>
              <a:gd name="csX10" fmla="*/ 0 w 1209084"/>
              <a:gd name="csY10" fmla="*/ 0 h 669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09084" h="669214" fill="none" extrusionOk="0">
                <a:moveTo>
                  <a:pt x="0" y="0"/>
                </a:moveTo>
                <a:cubicBezTo>
                  <a:pt x="183965" y="-8713"/>
                  <a:pt x="263815" y="200"/>
                  <a:pt x="390937" y="0"/>
                </a:cubicBezTo>
                <a:cubicBezTo>
                  <a:pt x="518059" y="-200"/>
                  <a:pt x="636191" y="24080"/>
                  <a:pt x="793965" y="0"/>
                </a:cubicBezTo>
                <a:cubicBezTo>
                  <a:pt x="951739" y="-24080"/>
                  <a:pt x="1067307" y="43470"/>
                  <a:pt x="1209084" y="0"/>
                </a:cubicBezTo>
                <a:cubicBezTo>
                  <a:pt x="1217481" y="164988"/>
                  <a:pt x="1180525" y="228009"/>
                  <a:pt x="1209084" y="334607"/>
                </a:cubicBezTo>
                <a:cubicBezTo>
                  <a:pt x="1237643" y="441205"/>
                  <a:pt x="1192680" y="574361"/>
                  <a:pt x="1209084" y="669214"/>
                </a:cubicBezTo>
                <a:cubicBezTo>
                  <a:pt x="1110613" y="708133"/>
                  <a:pt x="928942" y="665845"/>
                  <a:pt x="806056" y="669214"/>
                </a:cubicBezTo>
                <a:cubicBezTo>
                  <a:pt x="683170" y="672583"/>
                  <a:pt x="597285" y="627179"/>
                  <a:pt x="427210" y="669214"/>
                </a:cubicBezTo>
                <a:cubicBezTo>
                  <a:pt x="257135" y="711249"/>
                  <a:pt x="175512" y="663068"/>
                  <a:pt x="0" y="669214"/>
                </a:cubicBezTo>
                <a:cubicBezTo>
                  <a:pt x="-8381" y="535024"/>
                  <a:pt x="27131" y="481347"/>
                  <a:pt x="0" y="341299"/>
                </a:cubicBezTo>
                <a:cubicBezTo>
                  <a:pt x="-27131" y="201252"/>
                  <a:pt x="3395" y="78614"/>
                  <a:pt x="0" y="0"/>
                </a:cubicBezTo>
                <a:close/>
              </a:path>
              <a:path w="1209084" h="669214" stroke="0" extrusionOk="0">
                <a:moveTo>
                  <a:pt x="0" y="0"/>
                </a:moveTo>
                <a:cubicBezTo>
                  <a:pt x="179853" y="-45484"/>
                  <a:pt x="283065" y="42030"/>
                  <a:pt x="390937" y="0"/>
                </a:cubicBezTo>
                <a:cubicBezTo>
                  <a:pt x="498809" y="-42030"/>
                  <a:pt x="619128" y="37207"/>
                  <a:pt x="757693" y="0"/>
                </a:cubicBezTo>
                <a:cubicBezTo>
                  <a:pt x="896258" y="-37207"/>
                  <a:pt x="1065744" y="48710"/>
                  <a:pt x="1209084" y="0"/>
                </a:cubicBezTo>
                <a:cubicBezTo>
                  <a:pt x="1222417" y="154913"/>
                  <a:pt x="1194973" y="233788"/>
                  <a:pt x="1209084" y="327915"/>
                </a:cubicBezTo>
                <a:cubicBezTo>
                  <a:pt x="1223195" y="422042"/>
                  <a:pt x="1201379" y="514635"/>
                  <a:pt x="1209084" y="669214"/>
                </a:cubicBezTo>
                <a:cubicBezTo>
                  <a:pt x="1032767" y="670669"/>
                  <a:pt x="1007971" y="663335"/>
                  <a:pt x="830238" y="669214"/>
                </a:cubicBezTo>
                <a:cubicBezTo>
                  <a:pt x="652505" y="675093"/>
                  <a:pt x="527801" y="668286"/>
                  <a:pt x="451391" y="669214"/>
                </a:cubicBezTo>
                <a:cubicBezTo>
                  <a:pt x="374981" y="670142"/>
                  <a:pt x="115328" y="649780"/>
                  <a:pt x="0" y="669214"/>
                </a:cubicBezTo>
                <a:cubicBezTo>
                  <a:pt x="-23938" y="537083"/>
                  <a:pt x="2559" y="442791"/>
                  <a:pt x="0" y="354683"/>
                </a:cubicBezTo>
                <a:cubicBezTo>
                  <a:pt x="-2559" y="266575"/>
                  <a:pt x="32918" y="150779"/>
                  <a:pt x="0" y="0"/>
                </a:cubicBezTo>
                <a:close/>
              </a:path>
            </a:pathLst>
          </a:custGeom>
          <a:ln w="1270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FD152349-9B1B-CAD9-E35B-008EFFFE9B6B}"/>
              </a:ext>
            </a:extLst>
          </p:cNvPr>
          <p:cNvSpPr txBox="1"/>
          <p:nvPr/>
        </p:nvSpPr>
        <p:spPr>
          <a:xfrm>
            <a:off x="9741734" y="3736695"/>
            <a:ext cx="1967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дисперсию шедулим</a:t>
            </a:r>
            <a:endParaRPr 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9EA375-2072-1D9B-D29A-29A699525237}"/>
              </a:ext>
            </a:extLst>
          </p:cNvPr>
          <p:cNvSpPr txBox="1"/>
          <p:nvPr/>
        </p:nvSpPr>
        <p:spPr>
          <a:xfrm>
            <a:off x="4821582" y="5379722"/>
            <a:ext cx="30725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везде плохой </a:t>
            </a:r>
            <a:r>
              <a:rPr lang="en-US" dirty="0"/>
              <a:t>log-likelihood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7B5906-A875-8BEF-7D3E-6E5DCE9CD752}"/>
                  </a:ext>
                </a:extLst>
              </p14:cNvPr>
              <p14:cNvContentPartPr/>
              <p14:nvPr/>
            </p14:nvContentPartPr>
            <p14:xfrm>
              <a:off x="3121995" y="6215083"/>
              <a:ext cx="75960" cy="490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7B5906-A875-8BEF-7D3E-6E5DCE9CD75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103995" y="6107083"/>
                <a:ext cx="111600" cy="7063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F9D0F64-00E2-BB25-C20A-9CF38A7999C9}"/>
              </a:ext>
            </a:extLst>
          </p:cNvPr>
          <p:cNvSpPr txBox="1"/>
          <p:nvPr/>
        </p:nvSpPr>
        <p:spPr>
          <a:xfrm>
            <a:off x="3197955" y="6275757"/>
            <a:ext cx="6543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 понял, почему обучение </a:t>
            </a:r>
            <a:r>
              <a:rPr lang="ru-RU" dirty="0" err="1"/>
              <a:t>диспресии</a:t>
            </a:r>
            <a:r>
              <a:rPr lang="ru-RU" dirty="0"/>
              <a:t> в </a:t>
            </a:r>
            <a:r>
              <a:rPr lang="en-US" dirty="0" err="1"/>
              <a:t>vlb</a:t>
            </a:r>
            <a:r>
              <a:rPr lang="en-US" dirty="0"/>
              <a:t> </a:t>
            </a:r>
            <a:r>
              <a:rPr lang="ru-RU" dirty="0"/>
              <a:t>портит обучение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32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FA1C9-7734-7E24-B902-26259FFB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304D4-CAEC-FE27-0269-160EBB927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DDPM – </a:t>
            </a:r>
            <a:r>
              <a:rPr lang="ru-RU" dirty="0"/>
              <a:t>улучшаем </a:t>
            </a:r>
            <a:r>
              <a:rPr lang="en-US" dirty="0"/>
              <a:t>loglikelihood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D0B0D4-3B8A-E985-75D1-1A976717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551" y="4609086"/>
            <a:ext cx="4098800" cy="4114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8A7877-FB17-5860-7E11-A22658EF54FA}"/>
              </a:ext>
            </a:extLst>
          </p:cNvPr>
          <p:cNvSpPr txBox="1"/>
          <p:nvPr/>
        </p:nvSpPr>
        <p:spPr>
          <a:xfrm>
            <a:off x="1106551" y="4239753"/>
            <a:ext cx="322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Дисперсию учим, но не в лоб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3D69F0-DB2F-01D2-7CEF-289EB046B3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551" y="2149862"/>
            <a:ext cx="3032764" cy="5592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1A9A97-3C63-7D86-DEA8-2B3A09DB2E4F}"/>
              </a:ext>
            </a:extLst>
          </p:cNvPr>
          <p:cNvSpPr txBox="1"/>
          <p:nvPr/>
        </p:nvSpPr>
        <p:spPr>
          <a:xfrm>
            <a:off x="1106551" y="178053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Hybrid loss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9645DE-D8E2-F7D4-E47F-112A642A0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4427" y="2709095"/>
            <a:ext cx="1209084" cy="669214"/>
          </a:xfrm>
          <a:custGeom>
            <a:avLst/>
            <a:gdLst>
              <a:gd name="csX0" fmla="*/ 0 w 1209084"/>
              <a:gd name="csY0" fmla="*/ 0 h 669214"/>
              <a:gd name="csX1" fmla="*/ 390937 w 1209084"/>
              <a:gd name="csY1" fmla="*/ 0 h 669214"/>
              <a:gd name="csX2" fmla="*/ 793965 w 1209084"/>
              <a:gd name="csY2" fmla="*/ 0 h 669214"/>
              <a:gd name="csX3" fmla="*/ 1209084 w 1209084"/>
              <a:gd name="csY3" fmla="*/ 0 h 669214"/>
              <a:gd name="csX4" fmla="*/ 1209084 w 1209084"/>
              <a:gd name="csY4" fmla="*/ 334607 h 669214"/>
              <a:gd name="csX5" fmla="*/ 1209084 w 1209084"/>
              <a:gd name="csY5" fmla="*/ 669214 h 669214"/>
              <a:gd name="csX6" fmla="*/ 806056 w 1209084"/>
              <a:gd name="csY6" fmla="*/ 669214 h 669214"/>
              <a:gd name="csX7" fmla="*/ 427210 w 1209084"/>
              <a:gd name="csY7" fmla="*/ 669214 h 669214"/>
              <a:gd name="csX8" fmla="*/ 0 w 1209084"/>
              <a:gd name="csY8" fmla="*/ 669214 h 669214"/>
              <a:gd name="csX9" fmla="*/ 0 w 1209084"/>
              <a:gd name="csY9" fmla="*/ 341299 h 669214"/>
              <a:gd name="csX10" fmla="*/ 0 w 1209084"/>
              <a:gd name="csY10" fmla="*/ 0 h 6692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09084" h="669214" fill="none" extrusionOk="0">
                <a:moveTo>
                  <a:pt x="0" y="0"/>
                </a:moveTo>
                <a:cubicBezTo>
                  <a:pt x="183965" y="-8713"/>
                  <a:pt x="263815" y="200"/>
                  <a:pt x="390937" y="0"/>
                </a:cubicBezTo>
                <a:cubicBezTo>
                  <a:pt x="518059" y="-200"/>
                  <a:pt x="636191" y="24080"/>
                  <a:pt x="793965" y="0"/>
                </a:cubicBezTo>
                <a:cubicBezTo>
                  <a:pt x="951739" y="-24080"/>
                  <a:pt x="1067307" y="43470"/>
                  <a:pt x="1209084" y="0"/>
                </a:cubicBezTo>
                <a:cubicBezTo>
                  <a:pt x="1217481" y="164988"/>
                  <a:pt x="1180525" y="228009"/>
                  <a:pt x="1209084" y="334607"/>
                </a:cubicBezTo>
                <a:cubicBezTo>
                  <a:pt x="1237643" y="441205"/>
                  <a:pt x="1192680" y="574361"/>
                  <a:pt x="1209084" y="669214"/>
                </a:cubicBezTo>
                <a:cubicBezTo>
                  <a:pt x="1110613" y="708133"/>
                  <a:pt x="928942" y="665845"/>
                  <a:pt x="806056" y="669214"/>
                </a:cubicBezTo>
                <a:cubicBezTo>
                  <a:pt x="683170" y="672583"/>
                  <a:pt x="597285" y="627179"/>
                  <a:pt x="427210" y="669214"/>
                </a:cubicBezTo>
                <a:cubicBezTo>
                  <a:pt x="257135" y="711249"/>
                  <a:pt x="175512" y="663068"/>
                  <a:pt x="0" y="669214"/>
                </a:cubicBezTo>
                <a:cubicBezTo>
                  <a:pt x="-8381" y="535024"/>
                  <a:pt x="27131" y="481347"/>
                  <a:pt x="0" y="341299"/>
                </a:cubicBezTo>
                <a:cubicBezTo>
                  <a:pt x="-27131" y="201252"/>
                  <a:pt x="3395" y="78614"/>
                  <a:pt x="0" y="0"/>
                </a:cubicBezTo>
                <a:close/>
              </a:path>
              <a:path w="1209084" h="669214" stroke="0" extrusionOk="0">
                <a:moveTo>
                  <a:pt x="0" y="0"/>
                </a:moveTo>
                <a:cubicBezTo>
                  <a:pt x="179853" y="-45484"/>
                  <a:pt x="283065" y="42030"/>
                  <a:pt x="390937" y="0"/>
                </a:cubicBezTo>
                <a:cubicBezTo>
                  <a:pt x="498809" y="-42030"/>
                  <a:pt x="619128" y="37207"/>
                  <a:pt x="757693" y="0"/>
                </a:cubicBezTo>
                <a:cubicBezTo>
                  <a:pt x="896258" y="-37207"/>
                  <a:pt x="1065744" y="48710"/>
                  <a:pt x="1209084" y="0"/>
                </a:cubicBezTo>
                <a:cubicBezTo>
                  <a:pt x="1222417" y="154913"/>
                  <a:pt x="1194973" y="233788"/>
                  <a:pt x="1209084" y="327915"/>
                </a:cubicBezTo>
                <a:cubicBezTo>
                  <a:pt x="1223195" y="422042"/>
                  <a:pt x="1201379" y="514635"/>
                  <a:pt x="1209084" y="669214"/>
                </a:cubicBezTo>
                <a:cubicBezTo>
                  <a:pt x="1032767" y="670669"/>
                  <a:pt x="1007971" y="663335"/>
                  <a:pt x="830238" y="669214"/>
                </a:cubicBezTo>
                <a:cubicBezTo>
                  <a:pt x="652505" y="675093"/>
                  <a:pt x="527801" y="668286"/>
                  <a:pt x="451391" y="669214"/>
                </a:cubicBezTo>
                <a:cubicBezTo>
                  <a:pt x="374981" y="670142"/>
                  <a:pt x="115328" y="649780"/>
                  <a:pt x="0" y="669214"/>
                </a:cubicBezTo>
                <a:cubicBezTo>
                  <a:pt x="-23938" y="537083"/>
                  <a:pt x="2559" y="442791"/>
                  <a:pt x="0" y="354683"/>
                </a:cubicBezTo>
                <a:cubicBezTo>
                  <a:pt x="-2559" y="266575"/>
                  <a:pt x="32918" y="150779"/>
                  <a:pt x="0" y="0"/>
                </a:cubicBezTo>
                <a:close/>
              </a:path>
            </a:pathLst>
          </a:custGeom>
          <a:ln w="12700"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C16DF5-0469-CB31-D08E-403AE1DE4D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4783" y="2709687"/>
            <a:ext cx="1065195" cy="780144"/>
          </a:xfrm>
          <a:custGeom>
            <a:avLst/>
            <a:gdLst>
              <a:gd name="csX0" fmla="*/ 0 w 1065195"/>
              <a:gd name="csY0" fmla="*/ 0 h 780144"/>
              <a:gd name="csX1" fmla="*/ 543249 w 1065195"/>
              <a:gd name="csY1" fmla="*/ 0 h 780144"/>
              <a:gd name="csX2" fmla="*/ 1065195 w 1065195"/>
              <a:gd name="csY2" fmla="*/ 0 h 780144"/>
              <a:gd name="csX3" fmla="*/ 1065195 w 1065195"/>
              <a:gd name="csY3" fmla="*/ 390072 h 780144"/>
              <a:gd name="csX4" fmla="*/ 1065195 w 1065195"/>
              <a:gd name="csY4" fmla="*/ 780144 h 780144"/>
              <a:gd name="csX5" fmla="*/ 553901 w 1065195"/>
              <a:gd name="csY5" fmla="*/ 780144 h 780144"/>
              <a:gd name="csX6" fmla="*/ 0 w 1065195"/>
              <a:gd name="csY6" fmla="*/ 780144 h 780144"/>
              <a:gd name="csX7" fmla="*/ 0 w 1065195"/>
              <a:gd name="csY7" fmla="*/ 405675 h 780144"/>
              <a:gd name="csX8" fmla="*/ 0 w 1065195"/>
              <a:gd name="csY8" fmla="*/ 0 h 7801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65195" h="780144" fill="none" extrusionOk="0">
                <a:moveTo>
                  <a:pt x="0" y="0"/>
                </a:moveTo>
                <a:cubicBezTo>
                  <a:pt x="140619" y="-62290"/>
                  <a:pt x="301446" y="29110"/>
                  <a:pt x="543249" y="0"/>
                </a:cubicBezTo>
                <a:cubicBezTo>
                  <a:pt x="785052" y="-29110"/>
                  <a:pt x="922321" y="30894"/>
                  <a:pt x="1065195" y="0"/>
                </a:cubicBezTo>
                <a:cubicBezTo>
                  <a:pt x="1102245" y="123053"/>
                  <a:pt x="1025936" y="277198"/>
                  <a:pt x="1065195" y="390072"/>
                </a:cubicBezTo>
                <a:cubicBezTo>
                  <a:pt x="1104454" y="502946"/>
                  <a:pt x="1046326" y="599965"/>
                  <a:pt x="1065195" y="780144"/>
                </a:cubicBezTo>
                <a:cubicBezTo>
                  <a:pt x="842873" y="838994"/>
                  <a:pt x="771661" y="725129"/>
                  <a:pt x="553901" y="780144"/>
                </a:cubicBezTo>
                <a:cubicBezTo>
                  <a:pt x="336141" y="835159"/>
                  <a:pt x="254356" y="766248"/>
                  <a:pt x="0" y="780144"/>
                </a:cubicBezTo>
                <a:cubicBezTo>
                  <a:pt x="-4260" y="674833"/>
                  <a:pt x="22306" y="581364"/>
                  <a:pt x="0" y="405675"/>
                </a:cubicBezTo>
                <a:cubicBezTo>
                  <a:pt x="-22306" y="229986"/>
                  <a:pt x="29129" y="117521"/>
                  <a:pt x="0" y="0"/>
                </a:cubicBezTo>
                <a:close/>
              </a:path>
              <a:path w="1065195" h="780144" stroke="0" extrusionOk="0">
                <a:moveTo>
                  <a:pt x="0" y="0"/>
                </a:moveTo>
                <a:cubicBezTo>
                  <a:pt x="109576" y="-57576"/>
                  <a:pt x="358830" y="28984"/>
                  <a:pt x="511294" y="0"/>
                </a:cubicBezTo>
                <a:cubicBezTo>
                  <a:pt x="663758" y="-28984"/>
                  <a:pt x="882555" y="29550"/>
                  <a:pt x="1065195" y="0"/>
                </a:cubicBezTo>
                <a:cubicBezTo>
                  <a:pt x="1107840" y="181245"/>
                  <a:pt x="1042902" y="246449"/>
                  <a:pt x="1065195" y="382271"/>
                </a:cubicBezTo>
                <a:cubicBezTo>
                  <a:pt x="1087488" y="518093"/>
                  <a:pt x="1022404" y="696717"/>
                  <a:pt x="1065195" y="780144"/>
                </a:cubicBezTo>
                <a:cubicBezTo>
                  <a:pt x="871283" y="804075"/>
                  <a:pt x="783082" y="721901"/>
                  <a:pt x="564553" y="780144"/>
                </a:cubicBezTo>
                <a:cubicBezTo>
                  <a:pt x="346024" y="838387"/>
                  <a:pt x="230933" y="771985"/>
                  <a:pt x="0" y="780144"/>
                </a:cubicBezTo>
                <a:cubicBezTo>
                  <a:pt x="-18598" y="632125"/>
                  <a:pt x="24042" y="566881"/>
                  <a:pt x="0" y="397873"/>
                </a:cubicBezTo>
                <a:cubicBezTo>
                  <a:pt x="-24042" y="228865"/>
                  <a:pt x="21693" y="154821"/>
                  <a:pt x="0" y="0"/>
                </a:cubicBezTo>
                <a:close/>
              </a:path>
            </a:pathLst>
          </a:custGeom>
          <a:ln w="12700">
            <a:noFill/>
            <a:extLst>
              <a:ext uri="{C807C97D-BFC1-408E-A445-0C87EB9F89A2}">
                <ask:lineSketchStyleProps xmlns:ask="http://schemas.microsoft.com/office/drawing/2018/sketchyshapes" sd="370500016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ACEAD3-E113-BE60-09AD-67C11A1F852A}"/>
              </a:ext>
            </a:extLst>
          </p:cNvPr>
          <p:cNvSpPr txBox="1"/>
          <p:nvPr/>
        </p:nvSpPr>
        <p:spPr>
          <a:xfrm>
            <a:off x="6986650" y="1783148"/>
            <a:ext cx="3032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Косинусный </a:t>
            </a:r>
            <a:r>
              <a:rPr lang="ru-RU" dirty="0" err="1"/>
              <a:t>шедулер</a:t>
            </a:r>
            <a:r>
              <a:rPr lang="ru-RU" dirty="0"/>
              <a:t> дисперсии </a:t>
            </a:r>
            <a:r>
              <a:rPr lang="en-US" dirty="0"/>
              <a:t>forward path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98160-836E-E882-94F3-7DFC06CD05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6650" y="3170214"/>
            <a:ext cx="3862491" cy="719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4E04F6-CD6C-7871-4839-9C94CE26FD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7452" y="3880975"/>
            <a:ext cx="3911689" cy="26663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42586A-ACD2-A60E-533F-1A11DBAC64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6650" y="2413178"/>
            <a:ext cx="3862492" cy="7811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EA05CCF-5560-3348-EB20-62409A96BAA8}"/>
                  </a:ext>
                </a:extLst>
              </p14:cNvPr>
              <p14:cNvContentPartPr/>
              <p14:nvPr/>
            </p14:nvContentPartPr>
            <p14:xfrm>
              <a:off x="440242" y="1608272"/>
              <a:ext cx="595800" cy="1069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EA05CCF-5560-3348-EB20-62409A96BAA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2602" y="1500272"/>
                <a:ext cx="631440" cy="12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FA005F5-20F4-839D-3815-8ED63C1AADBE}"/>
                  </a:ext>
                </a:extLst>
              </p14:cNvPr>
              <p14:cNvContentPartPr/>
              <p14:nvPr/>
            </p14:nvContentPartPr>
            <p14:xfrm>
              <a:off x="474802" y="4136912"/>
              <a:ext cx="558000" cy="10234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FA005F5-20F4-839D-3815-8ED63C1AADB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7162" y="4028912"/>
                <a:ext cx="593640" cy="123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6C40BBBB-4F97-4B13-E6B4-A57457971D57}"/>
              </a:ext>
            </a:extLst>
          </p:cNvPr>
          <p:cNvGrpSpPr/>
          <p:nvPr/>
        </p:nvGrpSpPr>
        <p:grpSpPr>
          <a:xfrm>
            <a:off x="447442" y="4055192"/>
            <a:ext cx="709920" cy="1145880"/>
            <a:chOff x="447442" y="4055192"/>
            <a:chExt cx="709920" cy="114588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2819B04-568C-0AF3-60DD-B2AA9E068E30}"/>
                    </a:ext>
                  </a:extLst>
                </p14:cNvPr>
                <p14:cNvContentPartPr/>
                <p14:nvPr/>
              </p14:nvContentPartPr>
              <p14:xfrm>
                <a:off x="458602" y="4148432"/>
                <a:ext cx="668880" cy="1052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2819B04-568C-0AF3-60DD-B2AA9E068E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0962" y="4040792"/>
                  <a:ext cx="704520" cy="12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16C7190-9A20-765C-C128-82CD1386A34B}"/>
                    </a:ext>
                  </a:extLst>
                </p14:cNvPr>
                <p14:cNvContentPartPr/>
                <p14:nvPr/>
              </p14:nvContentPartPr>
              <p14:xfrm>
                <a:off x="496402" y="4123592"/>
                <a:ext cx="608760" cy="1054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16C7190-9A20-765C-C128-82CD1386A34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8402" y="4015592"/>
                  <a:ext cx="644400" cy="12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82CADAE-6663-7F68-7C8D-D477557CD92F}"/>
                    </a:ext>
                  </a:extLst>
                </p14:cNvPr>
                <p14:cNvContentPartPr/>
                <p14:nvPr/>
              </p14:nvContentPartPr>
              <p14:xfrm>
                <a:off x="483802" y="4132592"/>
                <a:ext cx="673560" cy="1063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82CADAE-6663-7F68-7C8D-D477557CD92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6162" y="4024952"/>
                  <a:ext cx="709200" cy="12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09E54C1-96A3-243A-5674-9E48038CEEFA}"/>
                    </a:ext>
                  </a:extLst>
                </p14:cNvPr>
                <p14:cNvContentPartPr/>
                <p14:nvPr/>
              </p14:nvContentPartPr>
              <p14:xfrm>
                <a:off x="447442" y="4055192"/>
                <a:ext cx="639000" cy="1125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09E54C1-96A3-243A-5674-9E48038CEEF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9442" y="3947192"/>
                  <a:ext cx="674640" cy="134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070C7A1-EBD0-0B42-412F-F27DC1899D03}"/>
                  </a:ext>
                </a:extLst>
              </p14:cNvPr>
              <p14:cNvContentPartPr/>
              <p14:nvPr/>
            </p14:nvContentPartPr>
            <p14:xfrm>
              <a:off x="6168202" y="1756232"/>
              <a:ext cx="607320" cy="947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070C7A1-EBD0-0B42-412F-F27DC1899D0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50562" y="1648592"/>
                <a:ext cx="642960" cy="116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333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63254-A311-B453-7C9D-ECA4AFC47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CCD24-9189-F235-BB71-8890F23EA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DDPM – </a:t>
            </a:r>
            <a:r>
              <a:rPr lang="ru-RU" dirty="0"/>
              <a:t>улучшаем </a:t>
            </a:r>
            <a:r>
              <a:rPr lang="en-US" dirty="0"/>
              <a:t>loglikelihood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626B99-6386-7188-627B-C8709D9F70CE}"/>
              </a:ext>
            </a:extLst>
          </p:cNvPr>
          <p:cNvGrpSpPr/>
          <p:nvPr/>
        </p:nvGrpSpPr>
        <p:grpSpPr>
          <a:xfrm>
            <a:off x="838200" y="1998683"/>
            <a:ext cx="559440" cy="1136520"/>
            <a:chOff x="5138242" y="1784312"/>
            <a:chExt cx="559440" cy="11365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90493D2-7C88-C7C0-FCBD-8FA5C1DDB8D3}"/>
                    </a:ext>
                  </a:extLst>
                </p14:cNvPr>
                <p14:cNvContentPartPr/>
                <p14:nvPr/>
              </p14:nvContentPartPr>
              <p14:xfrm>
                <a:off x="5140762" y="1784312"/>
                <a:ext cx="437760" cy="1011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90493D2-7C88-C7C0-FCBD-8FA5C1DDB8D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22762" y="1676312"/>
                  <a:ext cx="473400" cy="12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5DA7FB2-CFF8-AFD8-CD92-D924CB29E20A}"/>
                    </a:ext>
                  </a:extLst>
                </p14:cNvPr>
                <p14:cNvContentPartPr/>
                <p14:nvPr/>
              </p14:nvContentPartPr>
              <p14:xfrm>
                <a:off x="5231482" y="1786832"/>
                <a:ext cx="449280" cy="981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5DA7FB2-CFF8-AFD8-CD92-D924CB29E20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213482" y="1678832"/>
                  <a:ext cx="484920" cy="11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9CBA233-E5A2-1503-1E58-421FFAD2D5E3}"/>
                    </a:ext>
                  </a:extLst>
                </p14:cNvPr>
                <p14:cNvContentPartPr/>
                <p14:nvPr/>
              </p14:nvContentPartPr>
              <p14:xfrm>
                <a:off x="5230402" y="1850192"/>
                <a:ext cx="398160" cy="1033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9CBA233-E5A2-1503-1E58-421FFAD2D5E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12402" y="1742552"/>
                  <a:ext cx="433800" cy="12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69888BB-775D-6043-74F8-BCA54B3B6E4A}"/>
                    </a:ext>
                  </a:extLst>
                </p14:cNvPr>
                <p14:cNvContentPartPr/>
                <p14:nvPr/>
              </p14:nvContentPartPr>
              <p14:xfrm>
                <a:off x="5138242" y="1813832"/>
                <a:ext cx="559440" cy="1107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69888BB-775D-6043-74F8-BCA54B3B6E4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20242" y="1706192"/>
                  <a:ext cx="595080" cy="1322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700451D8-BF5F-B403-6CB2-8FAB247350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7531" y="2356159"/>
            <a:ext cx="3902948" cy="123527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F8F2CD-A133-3224-6756-DC80FC1E427A}"/>
              </a:ext>
            </a:extLst>
          </p:cNvPr>
          <p:cNvSpPr txBox="1"/>
          <p:nvPr/>
        </p:nvSpPr>
        <p:spPr>
          <a:xfrm>
            <a:off x="1700611" y="2026568"/>
            <a:ext cx="3000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vlb</a:t>
            </a:r>
            <a:r>
              <a:rPr lang="en-US" dirty="0"/>
              <a:t> loss (</a:t>
            </a:r>
            <a:r>
              <a:rPr lang="en-US" dirty="0" err="1"/>
              <a:t>resampletd</a:t>
            </a:r>
            <a:r>
              <a:rPr lang="en-US" dirty="0"/>
              <a:t>)</a:t>
            </a:r>
            <a:r>
              <a:rPr lang="ru-RU" dirty="0"/>
              <a:t> – в лоб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715E9D-B1D6-820F-C2A7-9F48E2D2AC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47819" y="2353665"/>
            <a:ext cx="3200400" cy="21506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82F354-627B-0662-F1F5-A48BE3B42A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47819" y="4601274"/>
            <a:ext cx="3200400" cy="21463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AAF95B8-C841-4D9E-33F5-7092657D3BC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b="2459"/>
          <a:stretch>
            <a:fillRect/>
          </a:stretch>
        </p:blipFill>
        <p:spPr>
          <a:xfrm>
            <a:off x="1717531" y="4311825"/>
            <a:ext cx="4013200" cy="5574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AD76DE5-B5A5-23C0-4138-DFCAC5D62E5D}"/>
                  </a:ext>
                </a:extLst>
              </p14:cNvPr>
              <p14:cNvContentPartPr/>
              <p14:nvPr/>
            </p14:nvContentPartPr>
            <p14:xfrm>
              <a:off x="3287180" y="3660280"/>
              <a:ext cx="29880" cy="484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AD76DE5-B5A5-23C0-4138-DFCAC5D62E5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69180" y="3552640"/>
                <a:ext cx="65520" cy="6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590E028-0684-6F93-53E7-89EFD470FB6E}"/>
                  </a:ext>
                </a:extLst>
              </p14:cNvPr>
              <p14:cNvContentPartPr/>
              <p14:nvPr/>
            </p14:nvContentPartPr>
            <p14:xfrm>
              <a:off x="3435500" y="3643360"/>
              <a:ext cx="68040" cy="462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590E028-0684-6F93-53E7-89EFD470FB6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417860" y="3535720"/>
                <a:ext cx="103680" cy="67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D195AF1-C46A-42BE-074D-6EB0CEF1AC76}"/>
                  </a:ext>
                </a:extLst>
              </p14:cNvPr>
              <p14:cNvContentPartPr/>
              <p14:nvPr/>
            </p14:nvContentPartPr>
            <p14:xfrm>
              <a:off x="3156860" y="3996160"/>
              <a:ext cx="487080" cy="3488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D195AF1-C46A-42BE-074D-6EB0CEF1AC7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39220" y="3888520"/>
                <a:ext cx="522720" cy="564480"/>
              </a:xfrm>
              <a:prstGeom prst="rect">
                <a:avLst/>
              </a:prstGeom>
            </p:spPr>
          </p:pic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63631F65-5A98-DD52-B5F1-F706981EBEF5}"/>
              </a:ext>
            </a:extLst>
          </p:cNvPr>
          <p:cNvSpPr txBox="1"/>
          <p:nvPr/>
        </p:nvSpPr>
        <p:spPr>
          <a:xfrm>
            <a:off x="2416836" y="6004836"/>
            <a:ext cx="4254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 понял, почему это помогло</a:t>
            </a:r>
            <a:endParaRPr lang="en-US" dirty="0"/>
          </a:p>
          <a:p>
            <a:r>
              <a:rPr lang="ru-RU" dirty="0"/>
              <a:t>Не понимаю как мы формируем </a:t>
            </a:r>
            <a:r>
              <a:rPr lang="ru-RU" dirty="0" err="1"/>
              <a:t>батчи</a:t>
            </a:r>
            <a:r>
              <a:rPr lang="ru-RU" dirty="0"/>
              <a:t>?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D5809B3-0F41-251C-FEE5-1AA986B6C662}"/>
                  </a:ext>
                </a:extLst>
              </p14:cNvPr>
              <p14:cNvContentPartPr/>
              <p14:nvPr/>
            </p14:nvContentPartPr>
            <p14:xfrm>
              <a:off x="2236449" y="5912190"/>
              <a:ext cx="164078" cy="839144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D5809B3-0F41-251C-FEE5-1AA986B6C66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18418" y="5804192"/>
                <a:ext cx="199778" cy="10547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672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700A5-5845-AF1D-F9C5-D0B3CBFE5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B06E-0B3F-FD2E-822B-722B1A0B0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DDPM – </a:t>
            </a:r>
            <a:r>
              <a:rPr lang="ru-RU" dirty="0"/>
              <a:t>улучшаем </a:t>
            </a:r>
            <a:r>
              <a:rPr lang="en-US" dirty="0"/>
              <a:t>loglikelihood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CA7A2D-EB2A-3677-A743-0BA9D104A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528" y="1858717"/>
            <a:ext cx="7222671" cy="4791098"/>
          </a:xfrm>
          <a:prstGeom prst="rect">
            <a:avLst/>
          </a:prstGeom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D3E8DD43-2E18-9021-B599-0A85A7C65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4586" y="5541514"/>
            <a:ext cx="1477735" cy="1108301"/>
          </a:xfrm>
          <a:prstGeom prst="rect">
            <a:avLst/>
          </a:prstGeom>
          <a:solidFill>
            <a:srgbClr val="192026"/>
          </a:solidFill>
        </p:spPr>
      </p:pic>
    </p:spTree>
    <p:extLst>
      <p:ext uri="{BB962C8B-B14F-4D97-AF65-F5344CB8AC3E}">
        <p14:creationId xmlns:p14="http://schemas.microsoft.com/office/powerpoint/2010/main" val="6461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8C92B-C9AA-F478-BD50-0AC93506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9847F-E39B-2709-797D-A2E53029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DDPM – denoise </a:t>
            </a:r>
            <a:r>
              <a:rPr lang="ru-RU" dirty="0"/>
              <a:t>за</a:t>
            </a:r>
            <a:r>
              <a:rPr lang="en-US" dirty="0"/>
              <a:t> &lt;&lt;4000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EB768-F3C7-774D-32E8-A9662F1762AB}"/>
              </a:ext>
            </a:extLst>
          </p:cNvPr>
          <p:cNvSpPr txBox="1"/>
          <p:nvPr/>
        </p:nvSpPr>
        <p:spPr>
          <a:xfrm>
            <a:off x="1150775" y="2876692"/>
            <a:ext cx="4945225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dirty="0">
                <a:solidFill>
                  <a:srgbClr val="ADBAC7"/>
                </a:solidFill>
                <a:latin typeface="Menlo" panose="020B0609030804020204" pitchFamily="49" charset="0"/>
              </a:rPr>
              <a:t>Steps -&gt;</a:t>
            </a:r>
            <a:r>
              <a:rPr lang="en-US" sz="14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 S</a:t>
            </a:r>
            <a:r>
              <a:rPr lang="en-US" sz="14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-US" sz="1400" b="0" dirty="0" err="1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sz="1400" b="0" dirty="0" err="1">
                <a:solidFill>
                  <a:srgbClr val="DCBDFB"/>
                </a:solidFill>
                <a:effectLst/>
                <a:latin typeface="Menlo" panose="020B0609030804020204" pitchFamily="49" charset="0"/>
              </a:rPr>
              <a:t>linspace</a:t>
            </a:r>
            <a:r>
              <a:rPr lang="en-US" sz="14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T</a:t>
            </a:r>
            <a:r>
              <a:rPr lang="en-US" sz="14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>
                <a:solidFill>
                  <a:srgbClr val="6CB6FF"/>
                </a:solidFill>
                <a:effectLst/>
                <a:latin typeface="Menlo" panose="020B0609030804020204" pitchFamily="49" charset="0"/>
              </a:rPr>
              <a:t>K</a:t>
            </a:r>
            <a:r>
              <a:rPr lang="en-US" sz="14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b="0" dirty="0" err="1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dtype</a:t>
            </a:r>
            <a:r>
              <a:rPr lang="en-US" sz="1400" b="0" dirty="0">
                <a:solidFill>
                  <a:srgbClr val="F47067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400" b="0" dirty="0">
                <a:solidFill>
                  <a:srgbClr val="F69D5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b="0" dirty="0">
                <a:solidFill>
                  <a:srgbClr val="ADBAC7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7CE682-EF9B-4347-9521-D97DC4484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203" y="3915563"/>
            <a:ext cx="3200400" cy="558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78115D-BED6-07F1-9DA0-859F97E02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894" y="1967202"/>
            <a:ext cx="4012164" cy="38176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D849E1A-838A-CA4E-F66B-4376EE0EBEC4}"/>
              </a:ext>
            </a:extLst>
          </p:cNvPr>
          <p:cNvSpPr txBox="1"/>
          <p:nvPr/>
        </p:nvSpPr>
        <p:spPr>
          <a:xfrm>
            <a:off x="1205203" y="3546231"/>
            <a:ext cx="422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Rescaling </a:t>
            </a:r>
            <a:r>
              <a:rPr lang="ru-RU" dirty="0"/>
              <a:t>для нового множества шагов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C9A9F97-0E3C-F2AE-8A05-DCF14BBFFC25}"/>
                  </a:ext>
                </a:extLst>
              </p14:cNvPr>
              <p14:cNvContentPartPr/>
              <p14:nvPr/>
            </p14:nvContentPartPr>
            <p14:xfrm>
              <a:off x="916592" y="2773729"/>
              <a:ext cx="144000" cy="1782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C9A9F97-0E3C-F2AE-8A05-DCF14BBFFC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8952" y="2666089"/>
                <a:ext cx="179640" cy="19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4AD5952-418A-8B30-5F80-116C0EFC2814}"/>
                  </a:ext>
                </a:extLst>
              </p14:cNvPr>
              <p14:cNvContentPartPr/>
              <p14:nvPr/>
            </p14:nvContentPartPr>
            <p14:xfrm>
              <a:off x="8568162" y="5561410"/>
              <a:ext cx="410400" cy="100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4AD5952-418A-8B30-5F80-116C0EFC281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50522" y="5453770"/>
                <a:ext cx="446040" cy="31608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5DB99737-F74F-D05A-C0EC-360420084378}"/>
              </a:ext>
            </a:extLst>
          </p:cNvPr>
          <p:cNvSpPr txBox="1"/>
          <p:nvPr/>
        </p:nvSpPr>
        <p:spPr>
          <a:xfrm>
            <a:off x="1584011" y="6345975"/>
            <a:ext cx="6383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 каком количестве шагов </a:t>
            </a:r>
            <a:r>
              <a:rPr lang="ru-RU" dirty="0" err="1"/>
              <a:t>денойза</a:t>
            </a:r>
            <a:r>
              <a:rPr lang="ru-RU" dirty="0"/>
              <a:t> учим в итоге? 4000?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3472163-C487-A0A5-F603-1EF784D415B6}"/>
                  </a:ext>
                </a:extLst>
              </p14:cNvPr>
              <p14:cNvContentPartPr/>
              <p14:nvPr/>
            </p14:nvContentPartPr>
            <p14:xfrm>
              <a:off x="1539130" y="6319975"/>
              <a:ext cx="74160" cy="378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3472163-C487-A0A5-F603-1EF784D415B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21130" y="6212335"/>
                <a:ext cx="109800" cy="59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0911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04F96-56AC-54FC-DA62-6A45AF071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BD1D5-3659-0B25-B23C-46B7840D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DDPM</a:t>
            </a:r>
            <a:r>
              <a:rPr lang="ru-RU" dirty="0"/>
              <a:t> </a:t>
            </a:r>
            <a:r>
              <a:rPr lang="en-US" dirty="0"/>
              <a:t>vs GANs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FD25A9-6571-A129-FE92-4318265FC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2820744"/>
            <a:ext cx="7721600" cy="1955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FCDC5B-DFEF-FF19-1143-1022BD1DE92C}"/>
              </a:ext>
            </a:extLst>
          </p:cNvPr>
          <p:cNvSpPr txBox="1"/>
          <p:nvPr/>
        </p:nvSpPr>
        <p:spPr>
          <a:xfrm>
            <a:off x="5824130" y="623126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👍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2386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EE32-9B58-B67D-5B0E-BF898258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5576-BCCD-6BED-EEE9-FAF5A311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DDPM – Scaling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2B746-6FE5-ED1B-1680-5FE899B21D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838200" y="2324100"/>
            <a:ext cx="5051816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1F92B5-FD3C-DCFF-75EE-5A4206B29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6301986" y="2324100"/>
            <a:ext cx="5051816" cy="3429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976A99-D675-748A-2FDE-872D87669858}"/>
              </a:ext>
            </a:extLst>
          </p:cNvPr>
          <p:cNvSpPr txBox="1"/>
          <p:nvPr/>
        </p:nvSpPr>
        <p:spPr>
          <a:xfrm>
            <a:off x="838198" y="1954768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FID - </a:t>
            </a:r>
            <a:r>
              <a:rPr lang="ru-RU" dirty="0"/>
              <a:t>Реалистичность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2E6F91-25CB-1AEB-E21E-6C63791E93F3}"/>
              </a:ext>
            </a:extLst>
          </p:cNvPr>
          <p:cNvSpPr txBox="1"/>
          <p:nvPr/>
        </p:nvSpPr>
        <p:spPr>
          <a:xfrm>
            <a:off x="6301986" y="1816268"/>
            <a:ext cx="4289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NLL - </a:t>
            </a:r>
            <a:r>
              <a:rPr lang="ru-RU" dirty="0"/>
              <a:t>Соответствие распределений датасета и семплов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58F8F1-C019-6F2B-E831-77B07B647817}"/>
              </a:ext>
            </a:extLst>
          </p:cNvPr>
          <p:cNvSpPr txBox="1"/>
          <p:nvPr/>
        </p:nvSpPr>
        <p:spPr>
          <a:xfrm>
            <a:off x="2632874" y="6345994"/>
            <a:ext cx="651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Плохо понимаю </a:t>
            </a:r>
            <a:r>
              <a:rPr lang="en-US" dirty="0"/>
              <a:t>FID, NLL. </a:t>
            </a:r>
            <a:r>
              <a:rPr lang="ru-RU" dirty="0"/>
              <a:t>Я правильно их интерпретировал?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79CCA54-7776-9287-2D60-8F84B9D5AD01}"/>
                  </a:ext>
                </a:extLst>
              </p14:cNvPr>
              <p14:cNvContentPartPr/>
              <p14:nvPr/>
            </p14:nvContentPartPr>
            <p14:xfrm>
              <a:off x="2575344" y="6272900"/>
              <a:ext cx="100800" cy="515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79CCA54-7776-9287-2D60-8F84B9D5AD0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57704" y="6164900"/>
                <a:ext cx="136440" cy="73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9639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C2462-326D-68B8-D837-414DEC277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Score-Based Generative Modeling Through SDE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86223A-2020-CD0D-4591-32AE3815D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640447"/>
            <a:ext cx="7772400" cy="61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548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71F9A-B17B-5448-87BF-8CB2E99E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F555-3939-700A-CDA8-5D1EAD01D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Score-Based Through SDE</a:t>
            </a:r>
            <a:r>
              <a:rPr lang="ru-RU" dirty="0"/>
              <a:t> – что было до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84F23F-B284-B286-1689-0D1AFFA96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744" y="3445727"/>
            <a:ext cx="5207000" cy="393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571ACA-7DC3-DDF4-DC53-F1D1F50B169E}"/>
              </a:ext>
            </a:extLst>
          </p:cNvPr>
          <p:cNvSpPr txBox="1"/>
          <p:nvPr/>
        </p:nvSpPr>
        <p:spPr>
          <a:xfrm>
            <a:off x="1494263" y="2966224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3EB1A8-50FB-E5AF-414C-E96601467538}"/>
              </a:ext>
            </a:extLst>
          </p:cNvPr>
          <p:cNvSpPr txBox="1"/>
          <p:nvPr/>
        </p:nvSpPr>
        <p:spPr>
          <a:xfrm>
            <a:off x="7315200" y="296622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DDPM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6B0DA-4D0D-0EB0-B95C-77B28F59B9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19" b="76590"/>
          <a:stretch>
            <a:fillRect/>
          </a:stretch>
        </p:blipFill>
        <p:spPr>
          <a:xfrm>
            <a:off x="1125344" y="4007004"/>
            <a:ext cx="5232400" cy="604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B1A883-98C8-2908-1066-B7EC8DB50A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713"/>
          <a:stretch>
            <a:fillRect/>
          </a:stretch>
        </p:blipFill>
        <p:spPr>
          <a:xfrm>
            <a:off x="1138044" y="4611092"/>
            <a:ext cx="5232400" cy="1181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BB6DB5-3B12-8DF6-CCE8-CE7C6BEAD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142" y="3864115"/>
            <a:ext cx="56134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725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AE83C-19F1-E005-E5E8-1AD0B4D51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E41B-E695-29B4-2389-AB22F57C3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Score-Based Through SDE</a:t>
            </a:r>
            <a:r>
              <a:rPr lang="ru-RU" dirty="0"/>
              <a:t> – идея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B9F566-8FFE-7DD2-576C-3B92F976E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87" y="2713251"/>
            <a:ext cx="1404052" cy="14123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A5B9FD-4D06-32A6-6D72-D35AFA566E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231"/>
          <a:stretch>
            <a:fillRect/>
          </a:stretch>
        </p:blipFill>
        <p:spPr>
          <a:xfrm>
            <a:off x="2989928" y="2594917"/>
            <a:ext cx="4305754" cy="14123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E22DED1-20CE-250C-043E-A2AF4061C922}"/>
                  </a:ext>
                </a:extLst>
              </p14:cNvPr>
              <p14:cNvContentPartPr/>
              <p14:nvPr/>
            </p14:nvContentPartPr>
            <p14:xfrm>
              <a:off x="4320400" y="525060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E22DED1-20CE-250C-043E-A2AF4061C9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02760" y="5142960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32E029B-00BF-6365-4ED8-221F981B0BBC}"/>
                  </a:ext>
                </a:extLst>
              </p14:cNvPr>
              <p14:cNvContentPartPr/>
              <p14:nvPr/>
            </p14:nvContentPartPr>
            <p14:xfrm rot="16200000">
              <a:off x="2235570" y="3085290"/>
              <a:ext cx="29880" cy="484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32E029B-00BF-6365-4ED8-221F981B0B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 rot="16200000">
                <a:off x="2217570" y="2977210"/>
                <a:ext cx="65520" cy="7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E0299ED-EF55-2595-FF5E-1281F5D8979F}"/>
                  </a:ext>
                </a:extLst>
              </p14:cNvPr>
              <p14:cNvContentPartPr/>
              <p14:nvPr/>
            </p14:nvContentPartPr>
            <p14:xfrm rot="16200000">
              <a:off x="2205870" y="3289350"/>
              <a:ext cx="68040" cy="462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E0299ED-EF55-2595-FF5E-1281F5D897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 rot="16200000">
                <a:off x="2187870" y="3181266"/>
                <a:ext cx="103680" cy="6787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0786A32-2B40-16ED-AD09-8C99B976A4C2}"/>
                  </a:ext>
                </a:extLst>
              </p14:cNvPr>
              <p14:cNvContentPartPr/>
              <p14:nvPr/>
            </p14:nvContentPartPr>
            <p14:xfrm rot="16200000">
              <a:off x="2416996" y="3238290"/>
              <a:ext cx="487080" cy="3488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0786A32-2B40-16ED-AD09-8C99B976A4C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16200000">
                <a:off x="2398996" y="3130290"/>
                <a:ext cx="522720" cy="56448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4BA1C73-4E17-C95C-9BF2-7A7F31FF6B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3000" y="1598756"/>
            <a:ext cx="4842977" cy="31117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9E8EA37-D9C4-26E8-26DD-0B02DB62C901}"/>
                  </a:ext>
                </a:extLst>
              </p14:cNvPr>
              <p14:cNvContentPartPr/>
              <p14:nvPr/>
            </p14:nvContentPartPr>
            <p14:xfrm>
              <a:off x="9578512" y="3910165"/>
              <a:ext cx="1038600" cy="101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9E8EA37-D9C4-26E8-26DD-0B02DB62C90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560512" y="3802525"/>
                <a:ext cx="1074240" cy="317160"/>
              </a:xfrm>
              <a:prstGeom prst="rect">
                <a:avLst/>
              </a:prstGeom>
            </p:spPr>
          </p:pic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40D808E4-6E8B-AE4F-2247-DA0154A4F0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5368934"/>
            <a:ext cx="7772400" cy="6332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BE72AFF-02A8-723D-6367-335CE01C1F89}"/>
                  </a:ext>
                </a:extLst>
              </p14:cNvPr>
              <p14:cNvContentPartPr/>
              <p14:nvPr/>
            </p14:nvContentPartPr>
            <p14:xfrm>
              <a:off x="4624122" y="5417139"/>
              <a:ext cx="958320" cy="192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BE72AFF-02A8-723D-6367-335CE01C1F8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06122" y="5309139"/>
                <a:ext cx="993960" cy="40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EBD2EA2-9622-B692-DF29-482D9269CE23}"/>
                  </a:ext>
                </a:extLst>
              </p14:cNvPr>
              <p14:cNvContentPartPr/>
              <p14:nvPr/>
            </p14:nvContentPartPr>
            <p14:xfrm>
              <a:off x="5291880" y="4013291"/>
              <a:ext cx="4005720" cy="13910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EBD2EA2-9622-B692-DF29-482D9269CE2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274240" y="3905291"/>
                <a:ext cx="4041360" cy="160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B4E94E18-F3B4-6294-E942-3EA748C0CA2F}"/>
              </a:ext>
            </a:extLst>
          </p:cNvPr>
          <p:cNvGrpSpPr/>
          <p:nvPr/>
        </p:nvGrpSpPr>
        <p:grpSpPr>
          <a:xfrm>
            <a:off x="5293320" y="3873251"/>
            <a:ext cx="4239000" cy="1533600"/>
            <a:chOff x="5293320" y="3873251"/>
            <a:chExt cx="4239000" cy="153360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3ECA9C8-0E2E-F572-C7DC-5E8C5A0BE39B}"/>
                    </a:ext>
                  </a:extLst>
                </p14:cNvPr>
                <p14:cNvContentPartPr/>
                <p14:nvPr/>
              </p14:nvContentPartPr>
              <p14:xfrm>
                <a:off x="5311320" y="3952091"/>
                <a:ext cx="3996000" cy="1445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3ECA9C8-0E2E-F572-C7DC-5E8C5A0BE39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93680" y="3844091"/>
                  <a:ext cx="4031640" cy="16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62A0E12-7204-25FB-C84B-815D1206F30C}"/>
                    </a:ext>
                  </a:extLst>
                </p14:cNvPr>
                <p14:cNvContentPartPr/>
                <p14:nvPr/>
              </p14:nvContentPartPr>
              <p14:xfrm>
                <a:off x="5293320" y="3976571"/>
                <a:ext cx="3814560" cy="1430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62A0E12-7204-25FB-C84B-815D1206F3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75320" y="3868571"/>
                  <a:ext cx="3850200" cy="16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1456CF9-4CEE-CEF0-9A54-E44BA332909E}"/>
                    </a:ext>
                  </a:extLst>
                </p14:cNvPr>
                <p14:cNvContentPartPr/>
                <p14:nvPr/>
              </p14:nvContentPartPr>
              <p14:xfrm>
                <a:off x="9165120" y="3873251"/>
                <a:ext cx="367200" cy="252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1456CF9-4CEE-CEF0-9A54-E44BA33290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47120" y="3765251"/>
                  <a:ext cx="402840" cy="46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EEAD519-D192-82DD-C8F0-614730787B55}"/>
                  </a:ext>
                </a:extLst>
              </p14:cNvPr>
              <p14:cNvContentPartPr/>
              <p14:nvPr/>
            </p14:nvContentPartPr>
            <p14:xfrm>
              <a:off x="2347670" y="5590580"/>
              <a:ext cx="6324120" cy="2685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EEAD519-D192-82DD-C8F0-614730787B5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58030" y="5410940"/>
                <a:ext cx="6503760" cy="62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FC56EBE0-5F92-714C-C0CA-0393D01C7F92}"/>
              </a:ext>
            </a:extLst>
          </p:cNvPr>
          <p:cNvGrpSpPr/>
          <p:nvPr/>
        </p:nvGrpSpPr>
        <p:grpSpPr>
          <a:xfrm>
            <a:off x="3936161" y="6002148"/>
            <a:ext cx="1055520" cy="573120"/>
            <a:chOff x="3943910" y="6038714"/>
            <a:chExt cx="1055520" cy="5731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5F21B8B-7EE5-8C86-439B-4854101BB169}"/>
                    </a:ext>
                  </a:extLst>
                </p14:cNvPr>
                <p14:cNvContentPartPr/>
                <p14:nvPr/>
              </p14:nvContentPartPr>
              <p14:xfrm>
                <a:off x="3943910" y="6038714"/>
                <a:ext cx="246240" cy="573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5F21B8B-7EE5-8C86-439B-4854101BB16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25910" y="5931074"/>
                  <a:ext cx="28188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3DD8035-0BBC-DD8F-3937-477483656447}"/>
                    </a:ext>
                  </a:extLst>
                </p14:cNvPr>
                <p14:cNvContentPartPr/>
                <p14:nvPr/>
              </p14:nvContentPartPr>
              <p14:xfrm>
                <a:off x="4281590" y="6293300"/>
                <a:ext cx="216000" cy="213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3DD8035-0BBC-DD8F-3937-47748365644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63950" y="6185300"/>
                  <a:ext cx="25164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3232015-C211-412C-6A13-6637FB0EA8D6}"/>
                    </a:ext>
                  </a:extLst>
                </p14:cNvPr>
                <p14:cNvContentPartPr/>
                <p14:nvPr/>
              </p14:nvContentPartPr>
              <p14:xfrm>
                <a:off x="4589030" y="6261980"/>
                <a:ext cx="177120" cy="286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3232015-C211-412C-6A13-6637FB0EA8D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71030" y="6154340"/>
                  <a:ext cx="21276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FC0EB25-AC9E-2020-7CA7-A58B7DAB1975}"/>
                    </a:ext>
                  </a:extLst>
                </p14:cNvPr>
                <p14:cNvContentPartPr/>
                <p14:nvPr/>
              </p14:nvContentPartPr>
              <p14:xfrm>
                <a:off x="4848230" y="6298700"/>
                <a:ext cx="151200" cy="298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FC0EB25-AC9E-2020-7CA7-A58B7DAB197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30230" y="6191060"/>
                  <a:ext cx="186840" cy="514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918217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CE80C-4A46-818A-1F19-541E7EB8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01D-93BA-E58C-0C54-D7E216E02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/>
              <a:t>Score-Based Through SDE – </a:t>
            </a:r>
            <a:r>
              <a:rPr lang="ru-RU" dirty="0"/>
              <a:t>обобщение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FF99D-6829-9A57-BA31-44B40F6FC73E}"/>
              </a:ext>
            </a:extLst>
          </p:cNvPr>
          <p:cNvSpPr txBox="1"/>
          <p:nvPr/>
        </p:nvSpPr>
        <p:spPr>
          <a:xfrm>
            <a:off x="1047750" y="2076450"/>
            <a:ext cx="5707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SMLD </a:t>
            </a:r>
            <a:r>
              <a:rPr lang="ru-RU" dirty="0"/>
              <a:t>и </a:t>
            </a:r>
            <a:r>
              <a:rPr lang="en-US" dirty="0"/>
              <a:t>DDMP </a:t>
            </a:r>
            <a:r>
              <a:rPr lang="ru-RU" dirty="0"/>
              <a:t>обобщаются до разных </a:t>
            </a:r>
            <a:r>
              <a:rPr lang="ru-RU" dirty="0" err="1"/>
              <a:t>стах</a:t>
            </a:r>
            <a:r>
              <a:rPr lang="ru-RU" dirty="0"/>
              <a:t> </a:t>
            </a:r>
            <a:r>
              <a:rPr lang="ru-RU" dirty="0" err="1"/>
              <a:t>диффуров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2876AE-4B26-3852-55B9-B2BE13A6A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" y="3429000"/>
            <a:ext cx="3873500" cy="533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85C67F-0750-BD58-AD08-0FE4BDF33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615418"/>
            <a:ext cx="1752600" cy="660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B38F9-8757-A155-9A5A-2F6496FF30E5}"/>
              </a:ext>
            </a:extLst>
          </p:cNvPr>
          <p:cNvSpPr txBox="1"/>
          <p:nvPr/>
        </p:nvSpPr>
        <p:spPr>
          <a:xfrm>
            <a:off x="1028700" y="318135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27B5D-8078-40A7-AE8F-431922214247}"/>
              </a:ext>
            </a:extLst>
          </p:cNvPr>
          <p:cNvSpPr txBox="1"/>
          <p:nvPr/>
        </p:nvSpPr>
        <p:spPr>
          <a:xfrm>
            <a:off x="7315200" y="304800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DDPM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6301EA-9886-62BE-58E7-3F519A1FA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762" y="3543300"/>
            <a:ext cx="3873500" cy="419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5EE075-2EFB-4939-4138-68944A14EC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4953" y="4685268"/>
            <a:ext cx="2616200" cy="520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9062C4-721B-A4E3-E958-55669D4AF901}"/>
              </a:ext>
            </a:extLst>
          </p:cNvPr>
          <p:cNvSpPr txBox="1"/>
          <p:nvPr/>
        </p:nvSpPr>
        <p:spPr>
          <a:xfrm>
            <a:off x="1409700" y="445770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80B097-521E-D04E-2569-AC898067425C}"/>
              </a:ext>
            </a:extLst>
          </p:cNvPr>
          <p:cNvSpPr txBox="1"/>
          <p:nvPr/>
        </p:nvSpPr>
        <p:spPr>
          <a:xfrm>
            <a:off x="7677150" y="4305300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71E0FB4-FD32-457B-4E7C-B87D182A3E04}"/>
                  </a:ext>
                </a:extLst>
              </p14:cNvPr>
              <p14:cNvContentPartPr/>
              <p14:nvPr/>
            </p14:nvContentPartPr>
            <p14:xfrm>
              <a:off x="1126008" y="2349792"/>
              <a:ext cx="36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71E0FB4-FD32-457B-4E7C-B87D182A3E0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8368" y="2241792"/>
                <a:ext cx="36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5117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6FAA-740D-4CF0-97C7-AB9205750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Through SDE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70EFD3-6016-07C9-611E-D36CCAEC5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850" y="2496015"/>
            <a:ext cx="1752600" cy="660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C251E7-3040-0E81-D4AC-8B9CB0A8C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850" y="3911150"/>
            <a:ext cx="2616200" cy="520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9779CC-0B59-2435-EE4C-86C2F062949F}"/>
              </a:ext>
            </a:extLst>
          </p:cNvPr>
          <p:cNvSpPr txBox="1"/>
          <p:nvPr/>
        </p:nvSpPr>
        <p:spPr>
          <a:xfrm>
            <a:off x="1640850" y="212668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D222BC-60D3-5274-2327-ECB8A12E1547}"/>
              </a:ext>
            </a:extLst>
          </p:cNvPr>
          <p:cNvSpPr txBox="1"/>
          <p:nvPr/>
        </p:nvSpPr>
        <p:spPr>
          <a:xfrm>
            <a:off x="1648352" y="3541818"/>
            <a:ext cx="452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208E17-B7CA-2ADB-8EE5-5F41DA9228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850" y="5043000"/>
            <a:ext cx="4038600" cy="584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73A877-04B3-44AF-C22D-E84052B1B888}"/>
              </a:ext>
            </a:extLst>
          </p:cNvPr>
          <p:cNvSpPr txBox="1"/>
          <p:nvPr/>
        </p:nvSpPr>
        <p:spPr>
          <a:xfrm>
            <a:off x="1648352" y="4673668"/>
            <a:ext cx="889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sub-VP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68819C-8A95-4641-3890-218C2FAC3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90" y="2950564"/>
            <a:ext cx="1411413" cy="17474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E6DF10-C590-1221-101C-A6DA358A7B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2440" y="2946535"/>
            <a:ext cx="714371" cy="17474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FF7C21-097D-6676-F184-F0521963B5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478" y="3110364"/>
            <a:ext cx="4323672" cy="14278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B6C7CA-16B6-0AD2-7924-6CE516B99D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6811" y="5870120"/>
            <a:ext cx="5979022" cy="4871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A64E154-CE37-7169-C717-CA3B9D5AADA6}"/>
                  </a:ext>
                </a:extLst>
              </p14:cNvPr>
              <p14:cNvContentPartPr/>
              <p14:nvPr/>
            </p14:nvContentPartPr>
            <p14:xfrm>
              <a:off x="6247143" y="3713870"/>
              <a:ext cx="2663640" cy="309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A64E154-CE37-7169-C717-CA3B9D5AADA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29143" y="3606230"/>
                <a:ext cx="2699280" cy="5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1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5EA811A-7BEB-C780-A2E1-632587FD778E}"/>
                  </a:ext>
                </a:extLst>
              </p14:cNvPr>
              <p14:cNvContentPartPr/>
              <p14:nvPr/>
            </p14:nvContentPartPr>
            <p14:xfrm>
              <a:off x="10481823" y="5770190"/>
              <a:ext cx="1159560" cy="2707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5EA811A-7BEB-C780-A2E1-632587FD778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463823" y="5662550"/>
                <a:ext cx="119520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C4610FB-7DEB-0F85-DA59-ECFAE9955A67}"/>
                  </a:ext>
                </a:extLst>
              </p14:cNvPr>
              <p14:cNvContentPartPr/>
              <p14:nvPr/>
            </p14:nvContentPartPr>
            <p14:xfrm>
              <a:off x="8651223" y="3855350"/>
              <a:ext cx="2382480" cy="18680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C4610FB-7DEB-0F85-DA59-ECFAE9955A6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633583" y="3747350"/>
                <a:ext cx="2418120" cy="20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2ACB094-6220-B5EA-3E32-4DB5BA6A67B6}"/>
                  </a:ext>
                </a:extLst>
              </p14:cNvPr>
              <p14:cNvContentPartPr/>
              <p14:nvPr/>
            </p14:nvContentPartPr>
            <p14:xfrm>
              <a:off x="8620623" y="3911150"/>
              <a:ext cx="2486520" cy="18403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2ACB094-6220-B5EA-3E32-4DB5BA6A67B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02983" y="3803510"/>
                <a:ext cx="2522160" cy="20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7BE6CC0-142C-4E3B-89DB-854B1ECD20F8}"/>
                  </a:ext>
                </a:extLst>
              </p14:cNvPr>
              <p14:cNvContentPartPr/>
              <p14:nvPr/>
            </p14:nvContentPartPr>
            <p14:xfrm>
              <a:off x="8695503" y="3913670"/>
              <a:ext cx="2459160" cy="18158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7BE6CC0-142C-4E3B-89DB-854B1ECD20F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677863" y="3806030"/>
                <a:ext cx="2494800" cy="20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9E686B5-1C80-1F47-9243-AF22D0EF4391}"/>
                  </a:ext>
                </a:extLst>
              </p14:cNvPr>
              <p14:cNvContentPartPr/>
              <p14:nvPr/>
            </p14:nvContentPartPr>
            <p14:xfrm>
              <a:off x="1056651" y="5324906"/>
              <a:ext cx="113040" cy="171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9E686B5-1C80-1F47-9243-AF22D0EF439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38651" y="5217266"/>
                <a:ext cx="14868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35B7126-A62A-35D8-3777-26019C81BF47}"/>
                  </a:ext>
                </a:extLst>
              </p14:cNvPr>
              <p14:cNvContentPartPr/>
              <p14:nvPr/>
            </p14:nvContentPartPr>
            <p14:xfrm>
              <a:off x="1244490" y="5316380"/>
              <a:ext cx="119880" cy="1627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35B7126-A62A-35D8-3777-26019C81BF4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226850" y="5208380"/>
                <a:ext cx="15552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49EFE03-F4DC-059D-AF3A-2CF150DBA321}"/>
                  </a:ext>
                </a:extLst>
              </p14:cNvPr>
              <p14:cNvContentPartPr/>
              <p14:nvPr/>
            </p14:nvContentPartPr>
            <p14:xfrm>
              <a:off x="1402170" y="5335100"/>
              <a:ext cx="165240" cy="145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49EFE03-F4DC-059D-AF3A-2CF150DBA32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384170" y="5227460"/>
                <a:ext cx="200880" cy="36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4477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2DD9F-1DF5-45DC-4008-1B6610105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0A666-51E9-A2C9-A3CB-56DB11479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Through SDE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80DF7B-9EF3-A62E-B5E2-BC32640D6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3510"/>
            <a:ext cx="5673671" cy="493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A12810-C762-7AA2-3433-2F2200A50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34669"/>
            <a:ext cx="3695700" cy="647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BC1B67-793E-8B2B-C469-F52A2D54C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598350"/>
            <a:ext cx="6743700" cy="53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D8AFDB-DE7C-1727-5D37-3B767D65F0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055324"/>
            <a:ext cx="7454900" cy="723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652B2A-C7A0-A2D4-EC62-84CFFDAE90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777156"/>
            <a:ext cx="7772400" cy="4736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87D49E-FCC4-C538-F8EB-4B5D0307ABB3}"/>
              </a:ext>
            </a:extLst>
          </p:cNvPr>
          <p:cNvSpPr txBox="1"/>
          <p:nvPr/>
        </p:nvSpPr>
        <p:spPr>
          <a:xfrm>
            <a:off x="838200" y="6308209"/>
            <a:ext cx="6066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Пере использовали </a:t>
            </a:r>
            <a:r>
              <a:rPr lang="en-US" dirty="0"/>
              <a:t>forward </a:t>
            </a:r>
            <a:r>
              <a:rPr lang="ru-RU" dirty="0"/>
              <a:t>дискретизацию в </a:t>
            </a:r>
            <a:r>
              <a:rPr lang="en-US" dirty="0"/>
              <a:t>reverse </a:t>
            </a:r>
            <a:r>
              <a:rPr lang="en-US" dirty="0" err="1"/>
              <a:t>sde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22160A1-FDC5-EAC1-1511-8031B2C80BA4}"/>
                  </a:ext>
                </a:extLst>
              </p14:cNvPr>
              <p14:cNvContentPartPr/>
              <p14:nvPr/>
            </p14:nvContentPartPr>
            <p14:xfrm>
              <a:off x="1544790" y="4428158"/>
              <a:ext cx="360" cy="183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22160A1-FDC5-EAC1-1511-8031B2C80BA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26790" y="4320518"/>
                <a:ext cx="36000" cy="39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9F33E79-11CD-2082-7C49-0440549F3F3E}"/>
              </a:ext>
            </a:extLst>
          </p:cNvPr>
          <p:cNvGrpSpPr/>
          <p:nvPr/>
        </p:nvGrpSpPr>
        <p:grpSpPr>
          <a:xfrm>
            <a:off x="1410287" y="4369725"/>
            <a:ext cx="330840" cy="444960"/>
            <a:chOff x="1426913" y="4273137"/>
            <a:chExt cx="330840" cy="444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C05C903-1E84-DF61-5D69-54611B4499BC}"/>
                    </a:ext>
                  </a:extLst>
                </p14:cNvPr>
                <p14:cNvContentPartPr/>
                <p14:nvPr/>
              </p14:nvContentPartPr>
              <p14:xfrm>
                <a:off x="1529153" y="4286097"/>
                <a:ext cx="31320" cy="229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C05C903-1E84-DF61-5D69-54611B4499B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11513" y="4178097"/>
                  <a:ext cx="669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B01D6FF-1162-159A-4999-3EB209B65AB9}"/>
                    </a:ext>
                  </a:extLst>
                </p14:cNvPr>
                <p14:cNvContentPartPr/>
                <p14:nvPr/>
              </p14:nvContentPartPr>
              <p14:xfrm>
                <a:off x="1609793" y="4273137"/>
                <a:ext cx="27000" cy="253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B01D6FF-1162-159A-4999-3EB209B65AB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91793" y="4165137"/>
                  <a:ext cx="626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EA70D48-5BC2-F8BC-CDC5-B7EAC5CFB40F}"/>
                    </a:ext>
                  </a:extLst>
                </p14:cNvPr>
                <p14:cNvContentPartPr/>
                <p14:nvPr/>
              </p14:nvContentPartPr>
              <p14:xfrm>
                <a:off x="1426913" y="4468977"/>
                <a:ext cx="330840" cy="249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EA70D48-5BC2-F8BC-CDC5-B7EAC5CFB40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408913" y="4360977"/>
                  <a:ext cx="366480" cy="46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699EC1F-D4FF-A1DE-932F-A7DD986AF275}"/>
                  </a:ext>
                </a:extLst>
              </p14:cNvPr>
              <p14:cNvContentPartPr/>
              <p14:nvPr/>
            </p14:nvContentPartPr>
            <p14:xfrm>
              <a:off x="3478698" y="4428158"/>
              <a:ext cx="360" cy="1836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699EC1F-D4FF-A1DE-932F-A7DD986AF27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60698" y="4320518"/>
                <a:ext cx="36000" cy="39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75CA694-5E61-E873-9280-DA95BA8D2CB1}"/>
              </a:ext>
            </a:extLst>
          </p:cNvPr>
          <p:cNvGrpSpPr/>
          <p:nvPr/>
        </p:nvGrpSpPr>
        <p:grpSpPr>
          <a:xfrm>
            <a:off x="3344195" y="4369725"/>
            <a:ext cx="330840" cy="444960"/>
            <a:chOff x="1426913" y="4273137"/>
            <a:chExt cx="330840" cy="444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1185DA2-5243-2D6F-5641-ED13E6F72D9C}"/>
                    </a:ext>
                  </a:extLst>
                </p14:cNvPr>
                <p14:cNvContentPartPr/>
                <p14:nvPr/>
              </p14:nvContentPartPr>
              <p14:xfrm>
                <a:off x="1529153" y="4286097"/>
                <a:ext cx="31320" cy="22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1185DA2-5243-2D6F-5641-ED13E6F72D9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11513" y="4178097"/>
                  <a:ext cx="669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A6780DB-666F-CF43-2EEA-2802B243D816}"/>
                    </a:ext>
                  </a:extLst>
                </p14:cNvPr>
                <p14:cNvContentPartPr/>
                <p14:nvPr/>
              </p14:nvContentPartPr>
              <p14:xfrm>
                <a:off x="1609793" y="4273137"/>
                <a:ext cx="27000" cy="253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A6780DB-666F-CF43-2EEA-2802B243D81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91793" y="4165137"/>
                  <a:ext cx="6264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77112B7-56CB-F4C5-DB25-201E7983489B}"/>
                    </a:ext>
                  </a:extLst>
                </p14:cNvPr>
                <p14:cNvContentPartPr/>
                <p14:nvPr/>
              </p14:nvContentPartPr>
              <p14:xfrm>
                <a:off x="1426913" y="4468977"/>
                <a:ext cx="330840" cy="249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77112B7-56CB-F4C5-DB25-201E7983489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08913" y="4360977"/>
                  <a:ext cx="366480" cy="46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98741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01167-2BB9-8C42-95D3-1EB1DC6AD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9A1BD-A970-9138-E06A-660E50C74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538098" cy="1325563"/>
          </a:xfrm>
        </p:spPr>
        <p:txBody>
          <a:bodyPr/>
          <a:lstStyle/>
          <a:p>
            <a:r>
              <a:rPr lang="en-US" dirty="0"/>
              <a:t>Score-Based Through SDE</a:t>
            </a:r>
            <a:r>
              <a:rPr lang="ru-RU" dirty="0"/>
              <a:t> – </a:t>
            </a:r>
            <a:r>
              <a:rPr lang="en-US" dirty="0"/>
              <a:t>predictor-corrector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CA0A8D-5EAC-102D-5BD5-F182B3470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37" y="2337546"/>
            <a:ext cx="9948726" cy="3191384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11FB885C-F057-739A-6B7A-D3FAA3FD8F75}"/>
              </a:ext>
            </a:extLst>
          </p:cNvPr>
          <p:cNvGrpSpPr/>
          <p:nvPr/>
        </p:nvGrpSpPr>
        <p:grpSpPr>
          <a:xfrm>
            <a:off x="249175" y="3710651"/>
            <a:ext cx="999360" cy="361800"/>
            <a:chOff x="249175" y="3710651"/>
            <a:chExt cx="999360" cy="3618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28E0632-5EA2-97A2-122D-882159ABA58F}"/>
                    </a:ext>
                  </a:extLst>
                </p14:cNvPr>
                <p14:cNvContentPartPr/>
                <p14:nvPr/>
              </p14:nvContentPartPr>
              <p14:xfrm>
                <a:off x="249175" y="3757091"/>
                <a:ext cx="274320" cy="305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28E0632-5EA2-97A2-122D-882159ABA58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31175" y="3649451"/>
                  <a:ext cx="30996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7E3603-A6F2-4678-94DE-B66DEE82FF36}"/>
                    </a:ext>
                  </a:extLst>
                </p14:cNvPr>
                <p14:cNvContentPartPr/>
                <p14:nvPr/>
              </p14:nvContentPartPr>
              <p14:xfrm>
                <a:off x="614215" y="3736211"/>
                <a:ext cx="313920" cy="336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17E3603-A6F2-4678-94DE-B66DEE82FF3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6215" y="3628211"/>
                  <a:ext cx="34956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CC85A98-0B47-4D63-417F-2DC985F3EC00}"/>
                    </a:ext>
                  </a:extLst>
                </p14:cNvPr>
                <p14:cNvContentPartPr/>
                <p14:nvPr/>
              </p14:nvContentPartPr>
              <p14:xfrm>
                <a:off x="943975" y="3710651"/>
                <a:ext cx="304560" cy="346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CC85A98-0B47-4D63-417F-2DC985F3EC0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6335" y="3602651"/>
                  <a:ext cx="340200" cy="56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873E78-10D7-1AFB-249D-8B6D73D74A3B}"/>
              </a:ext>
            </a:extLst>
          </p:cNvPr>
          <p:cNvGrpSpPr/>
          <p:nvPr/>
        </p:nvGrpSpPr>
        <p:grpSpPr>
          <a:xfrm>
            <a:off x="11026135" y="4669691"/>
            <a:ext cx="1037520" cy="367200"/>
            <a:chOff x="11026135" y="4669691"/>
            <a:chExt cx="1037520" cy="3672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F15C0A3-CA99-8E0B-0EAF-8FD3EBA79F06}"/>
                    </a:ext>
                  </a:extLst>
                </p14:cNvPr>
                <p14:cNvContentPartPr/>
                <p14:nvPr/>
              </p14:nvContentPartPr>
              <p14:xfrm>
                <a:off x="11026135" y="4669691"/>
                <a:ext cx="256320" cy="312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F15C0A3-CA99-8E0B-0EAF-8FD3EBA79F0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008135" y="4561691"/>
                  <a:ext cx="29196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613C3C3-480C-296F-240A-6277D63C61BF}"/>
                    </a:ext>
                  </a:extLst>
                </p14:cNvPr>
                <p14:cNvContentPartPr/>
                <p14:nvPr/>
              </p14:nvContentPartPr>
              <p14:xfrm>
                <a:off x="11347255" y="4708571"/>
                <a:ext cx="334440" cy="2876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613C3C3-480C-296F-240A-6277D63C61B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329255" y="4600931"/>
                  <a:ext cx="37008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8900CC4-BE1F-290F-30BD-8BE46FE575CA}"/>
                    </a:ext>
                  </a:extLst>
                </p14:cNvPr>
                <p14:cNvContentPartPr/>
                <p14:nvPr/>
              </p14:nvContentPartPr>
              <p14:xfrm>
                <a:off x="11713735" y="4758251"/>
                <a:ext cx="349920" cy="2786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8900CC4-BE1F-290F-30BD-8BE46FE575C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695735" y="4650611"/>
                  <a:ext cx="385560" cy="494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70E3C89-9B1E-A450-143B-4141B1020DE3}"/>
              </a:ext>
            </a:extLst>
          </p:cNvPr>
          <p:cNvSpPr txBox="1"/>
          <p:nvPr/>
        </p:nvSpPr>
        <p:spPr>
          <a:xfrm>
            <a:off x="6198322" y="196821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DDPM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B7C8EB-CA65-3F3D-3D5F-BE29AE07EC60}"/>
              </a:ext>
            </a:extLst>
          </p:cNvPr>
          <p:cNvSpPr txBox="1"/>
          <p:nvPr/>
        </p:nvSpPr>
        <p:spPr>
          <a:xfrm>
            <a:off x="1372769" y="1968214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SMLD</a:t>
            </a:r>
          </a:p>
        </p:txBody>
      </p:sp>
    </p:spTree>
    <p:extLst>
      <p:ext uri="{BB962C8B-B14F-4D97-AF65-F5344CB8AC3E}">
        <p14:creationId xmlns:p14="http://schemas.microsoft.com/office/powerpoint/2010/main" val="1936897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3319-A691-23CB-0305-B5B20F56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6ECB6-88E4-A2CD-BBFC-149EB6B67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Through SDE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8381A-BC54-482B-55FE-006CA7DD3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59" y="2636512"/>
            <a:ext cx="9596082" cy="18754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895325-3CFF-B40C-85F6-4990F538FDFF}"/>
              </a:ext>
            </a:extLst>
          </p:cNvPr>
          <p:cNvSpPr txBox="1"/>
          <p:nvPr/>
        </p:nvSpPr>
        <p:spPr>
          <a:xfrm>
            <a:off x="5824130" y="623126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👍</a:t>
            </a:r>
            <a:endParaRPr lang="en-US" sz="2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AB0A47-56C9-CAA4-AD04-FB7255E3E659}"/>
              </a:ext>
            </a:extLst>
          </p:cNvPr>
          <p:cNvGrpSpPr/>
          <p:nvPr/>
        </p:nvGrpSpPr>
        <p:grpSpPr>
          <a:xfrm>
            <a:off x="179915" y="3972402"/>
            <a:ext cx="1402024" cy="239400"/>
            <a:chOff x="179915" y="3972402"/>
            <a:chExt cx="1402024" cy="2394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5824E2-2687-FB08-8E6B-5F167F714F37}"/>
                    </a:ext>
                  </a:extLst>
                </p14:cNvPr>
                <p14:cNvContentPartPr/>
                <p14:nvPr/>
              </p14:nvContentPartPr>
              <p14:xfrm>
                <a:off x="798219" y="4065642"/>
                <a:ext cx="783720" cy="146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5824E2-2687-FB08-8E6B-5F167F714F3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0579" y="3958002"/>
                  <a:ext cx="8193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C42DB9A-4FD5-77B0-CD30-E58137094837}"/>
                    </a:ext>
                  </a:extLst>
                </p14:cNvPr>
                <p14:cNvContentPartPr/>
                <p14:nvPr/>
              </p14:nvContentPartPr>
              <p14:xfrm>
                <a:off x="179915" y="3972402"/>
                <a:ext cx="145080" cy="190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C42DB9A-4FD5-77B0-CD30-E5813709483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1915" y="3864762"/>
                  <a:ext cx="1807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CA2055F-6BF0-626A-CBEA-286C7CB92F6D}"/>
                    </a:ext>
                  </a:extLst>
                </p14:cNvPr>
                <p14:cNvContentPartPr/>
                <p14:nvPr/>
              </p14:nvContentPartPr>
              <p14:xfrm>
                <a:off x="383315" y="4003002"/>
                <a:ext cx="180720" cy="176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CA2055F-6BF0-626A-CBEA-286C7CB92F6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5675" y="3895002"/>
                  <a:ext cx="2163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49DCA1C-7C4D-AE24-5990-0EB8E952BB1E}"/>
                    </a:ext>
                  </a:extLst>
                </p14:cNvPr>
                <p14:cNvContentPartPr/>
                <p14:nvPr/>
              </p14:nvContentPartPr>
              <p14:xfrm>
                <a:off x="563675" y="3991122"/>
                <a:ext cx="217800" cy="183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49DCA1C-7C4D-AE24-5990-0EB8E952BB1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6035" y="3883482"/>
                  <a:ext cx="25344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06F2AA1-F7CB-9068-D356-B7CAB4F6542F}"/>
                    </a:ext>
                  </a:extLst>
                </p14:cNvPr>
                <p14:cNvContentPartPr/>
                <p14:nvPr/>
              </p14:nvContentPartPr>
              <p14:xfrm>
                <a:off x="544595" y="3990762"/>
                <a:ext cx="15480" cy="111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06F2AA1-F7CB-9068-D356-B7CAB4F6542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6595" y="3882762"/>
                  <a:ext cx="51120" cy="32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7802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9C444-C42D-A4F8-DDB9-81F430848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A398-FE50-9D47-6606-FDCF9B05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Through SDE - 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FEF9E6-CBDF-D36A-90F2-B3F55D965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121" y="4320086"/>
            <a:ext cx="5499100" cy="838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1A94AF-DB4F-360A-0A7C-F951DF073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121" y="2093414"/>
            <a:ext cx="3276600" cy="444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5A3FD6-4475-EFBD-FDF3-29AD8989C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4121" y="3194050"/>
            <a:ext cx="6096000" cy="469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57F233-C928-A9FC-B6E8-90A1AE95B3AE}"/>
              </a:ext>
            </a:extLst>
          </p:cNvPr>
          <p:cNvSpPr txBox="1"/>
          <p:nvPr/>
        </p:nvSpPr>
        <p:spPr>
          <a:xfrm>
            <a:off x="2674961" y="216858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2BAD29-E3A6-0834-49D9-85740504BE6F}"/>
              </a:ext>
            </a:extLst>
          </p:cNvPr>
          <p:cNvSpPr txBox="1"/>
          <p:nvPr/>
        </p:nvSpPr>
        <p:spPr>
          <a:xfrm>
            <a:off x="2328905" y="3244334"/>
            <a:ext cx="947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 SDE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E51DF8-A5F4-794C-90D5-B46955CE325A}"/>
              </a:ext>
            </a:extLst>
          </p:cNvPr>
          <p:cNvSpPr txBox="1"/>
          <p:nvPr/>
        </p:nvSpPr>
        <p:spPr>
          <a:xfrm>
            <a:off x="2290432" y="4554520"/>
            <a:ext cx="98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rev 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A6D707-D1DB-CCE9-D953-AC48FC1E29BD}"/>
              </a:ext>
            </a:extLst>
          </p:cNvPr>
          <p:cNvSpPr txBox="1"/>
          <p:nvPr/>
        </p:nvSpPr>
        <p:spPr>
          <a:xfrm>
            <a:off x="2328905" y="5498975"/>
            <a:ext cx="45649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Детерменированный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Те же плотности </a:t>
            </a:r>
            <a:r>
              <a:rPr lang="en-US" dirty="0" err="1"/>
              <a:t>p_t</a:t>
            </a:r>
            <a:r>
              <a:rPr lang="en-US" dirty="0"/>
              <a:t>(x)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Можно вычислить </a:t>
            </a:r>
            <a:r>
              <a:rPr lang="en-US" dirty="0"/>
              <a:t>likelihood, </a:t>
            </a:r>
            <a:r>
              <a:rPr lang="ru-RU" dirty="0"/>
              <a:t>вместо </a:t>
            </a:r>
            <a:r>
              <a:rPr lang="en-US" dirty="0" err="1"/>
              <a:t>vlb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Детерминировано, </a:t>
            </a:r>
            <a:r>
              <a:rPr lang="ru-RU" dirty="0" err="1"/>
              <a:t>биективно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4334B0-1C10-869A-17C6-3A0F4F79A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6384921"/>
            <a:ext cx="2604887" cy="314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12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E8AA0-1D7E-4631-5999-AEDE6C88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13C66-3A00-08DB-2616-0F9EEDDAA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Through SDE - </a:t>
            </a:r>
            <a:r>
              <a:rPr lang="ru-RU" dirty="0"/>
              <a:t>результаты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1B5C518-46D7-62B9-B9B0-DEA63006C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04289"/>
            <a:ext cx="7772400" cy="38283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EBF6C41-E51E-F58C-3F1D-595A137AB888}"/>
                  </a:ext>
                </a:extLst>
              </p14:cNvPr>
              <p14:cNvContentPartPr/>
              <p14:nvPr/>
            </p14:nvContentPartPr>
            <p14:xfrm>
              <a:off x="4825800" y="5453080"/>
              <a:ext cx="1271520" cy="143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EBF6C41-E51E-F58C-3F1D-595A137AB8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7800" y="5345440"/>
                <a:ext cx="130716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00196AB-4BD7-1548-0B5F-AB5185B6C47E}"/>
                  </a:ext>
                </a:extLst>
              </p14:cNvPr>
              <p14:cNvContentPartPr/>
              <p14:nvPr/>
            </p14:nvContentPartPr>
            <p14:xfrm>
              <a:off x="8654760" y="5499160"/>
              <a:ext cx="1163520" cy="774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00196AB-4BD7-1548-0B5F-AB5185B6C4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36760" y="5391160"/>
                <a:ext cx="1199160" cy="29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5751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5513F-DDF5-D7E2-E23C-CB85FEFF3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4DBC8-C4B2-D4A8-98BF-9E9959C78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Through SDE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0D22F4-70DD-46E1-1E25-68C55E49E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671896"/>
            <a:ext cx="7772400" cy="2652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DAF1E8-77EB-BCBD-13E8-1D4CBA079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34295"/>
            <a:ext cx="7772400" cy="4843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583AFC-9B6C-098B-55AB-B2C2365A214D}"/>
              </a:ext>
            </a:extLst>
          </p:cNvPr>
          <p:cNvSpPr txBox="1"/>
          <p:nvPr/>
        </p:nvSpPr>
        <p:spPr>
          <a:xfrm>
            <a:off x="535259" y="2387198"/>
            <a:ext cx="25555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Метка класса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Чб</a:t>
            </a:r>
            <a:r>
              <a:rPr lang="ru-RU" dirty="0"/>
              <a:t> картинка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полная картинка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250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B6B7B-3122-09D7-E80A-5E5E16C16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EC385-DB78-70AD-F0C2-96215521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Score-Based Through SDE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33ED99-A2D2-4603-DB08-0ABA841A6DA1}"/>
              </a:ext>
            </a:extLst>
          </p:cNvPr>
          <p:cNvSpPr txBox="1"/>
          <p:nvPr/>
        </p:nvSpPr>
        <p:spPr>
          <a:xfrm>
            <a:off x="2679039" y="2899318"/>
            <a:ext cx="683392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Привнесли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Непрерывное обобщение </a:t>
            </a:r>
            <a:r>
              <a:rPr lang="ru-RU" dirty="0" err="1"/>
              <a:t>диффузионок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Новые алгоритмы семплинга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Подсчет </a:t>
            </a:r>
            <a:r>
              <a:rPr lang="en-US" dirty="0"/>
              <a:t>likelihood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Детерминированное </a:t>
            </a:r>
            <a:r>
              <a:rPr lang="ru-RU" dirty="0" err="1"/>
              <a:t>биективное</a:t>
            </a:r>
            <a:r>
              <a:rPr lang="ru-RU" dirty="0"/>
              <a:t> отображение данных в шум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Условная генерация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Топ модели по </a:t>
            </a:r>
            <a:r>
              <a:rPr lang="en-US" dirty="0"/>
              <a:t>NLL, FID, IS</a:t>
            </a:r>
          </a:p>
        </p:txBody>
      </p:sp>
    </p:spTree>
    <p:extLst>
      <p:ext uri="{BB962C8B-B14F-4D97-AF65-F5344CB8AC3E}">
        <p14:creationId xmlns:p14="http://schemas.microsoft.com/office/powerpoint/2010/main" val="690398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B6604-C61A-4A1D-6E62-1C7BA36A2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9E49F-4D66-7510-A789-94057979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ru-RU" dirty="0"/>
              <a:t>А все-таки</a:t>
            </a:r>
            <a:endParaRPr lang="en-US" dirty="0"/>
          </a:p>
        </p:txBody>
      </p:sp>
      <p:pic>
        <p:nvPicPr>
          <p:cNvPr id="6" name="Picture 5" descr="A close-up of a television screen&#10;&#10;AI-generated content may be incorrect.">
            <a:extLst>
              <a:ext uri="{FF2B5EF4-FFF2-40B4-BE49-F238E27FC236}">
                <a16:creationId xmlns:a16="http://schemas.microsoft.com/office/drawing/2014/main" id="{27653813-74D0-5EDB-3B02-8709C51F9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933" y="2058742"/>
            <a:ext cx="4434133" cy="443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3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12089</TotalTime>
  <Words>321</Words>
  <Application>Microsoft Macintosh PowerPoint</Application>
  <PresentationFormat>Widescreen</PresentationFormat>
  <Paragraphs>89</Paragraphs>
  <Slides>23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Menlo</vt:lpstr>
      <vt:lpstr>Office Theme</vt:lpstr>
      <vt:lpstr>🤌</vt:lpstr>
      <vt:lpstr>Improved DDPM</vt:lpstr>
      <vt:lpstr>Improved DDPM</vt:lpstr>
      <vt:lpstr>Improved DDPM – можно учить по разному</vt:lpstr>
      <vt:lpstr>Improved DDPM – улучшаем loglikelihood</vt:lpstr>
      <vt:lpstr>Improved DDPM – улучшаем loglikelihood</vt:lpstr>
      <vt:lpstr>Improved DDPM – улучшаем loglikelihood</vt:lpstr>
      <vt:lpstr>Improved DDPM – denoise за &lt;&lt;4000 steps</vt:lpstr>
      <vt:lpstr>Improved DDPM vs GANs</vt:lpstr>
      <vt:lpstr>Improved DDPM – Scaling </vt:lpstr>
      <vt:lpstr>Score-Based Generative Modeling Through SDE</vt:lpstr>
      <vt:lpstr>Score-Based Through SDE – что было до</vt:lpstr>
      <vt:lpstr>Score-Based Through SDE – идея</vt:lpstr>
      <vt:lpstr>Score-Based Through SDE – обобщение</vt:lpstr>
      <vt:lpstr>Score-Based Through SDE</vt:lpstr>
      <vt:lpstr>Score-Based Through SDE</vt:lpstr>
      <vt:lpstr>Score-Based Through SDE – predictor-corrector</vt:lpstr>
      <vt:lpstr>Score-Based Through SDE</vt:lpstr>
      <vt:lpstr>Score-Based Through SDE - ODE</vt:lpstr>
      <vt:lpstr>Score-Based Through SDE - результаты</vt:lpstr>
      <vt:lpstr>Score-Based Through SDE</vt:lpstr>
      <vt:lpstr>Score-Based Through SDE</vt:lpstr>
      <vt:lpstr>А все-таки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Карачун Александр</dc:creator>
  <cp:lastModifiedBy>Карачун Александр</cp:lastModifiedBy>
  <cp:revision>5</cp:revision>
  <dcterms:created xsi:type="dcterms:W3CDTF">2025-11-26T16:53:54Z</dcterms:created>
  <dcterms:modified xsi:type="dcterms:W3CDTF">2025-12-05T18:10:09Z</dcterms:modified>
</cp:coreProperties>
</file>