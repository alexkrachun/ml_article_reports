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66" r:id="rId3"/>
    <p:sldId id="260" r:id="rId4"/>
    <p:sldId id="268" r:id="rId5"/>
    <p:sldId id="267" r:id="rId6"/>
    <p:sldId id="261" r:id="rId7"/>
    <p:sldId id="262" r:id="rId8"/>
    <p:sldId id="263" r:id="rId9"/>
    <p:sldId id="269" r:id="rId10"/>
    <p:sldId id="26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B3D9"/>
    <a:srgbClr val="A6A2BC"/>
    <a:srgbClr val="72617D"/>
    <a:srgbClr val="65464F"/>
    <a:srgbClr val="5E614B"/>
    <a:srgbClr val="495B62"/>
    <a:srgbClr val="3C4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9"/>
    <p:restoredTop sz="94705"/>
  </p:normalViewPr>
  <p:slideViewPr>
    <p:cSldViewPr snapToGrid="0">
      <p:cViewPr varScale="1">
        <p:scale>
          <a:sx n="93" d="100"/>
          <a:sy n="93" d="100"/>
        </p:scale>
        <p:origin x="76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C0E64-81C4-7944-BE9F-89B59F02E906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A4C15-19E1-1846-ADF2-57CF9DD0FE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8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A4C15-19E1-1846-ADF2-57CF9DD0FE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26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48D7D-2CC8-00DA-5CEE-54ED5D39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238C0-3CE4-0429-A9A1-C8423CE72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51E9A-65E5-BE37-05F4-6E1409609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BAC34-ABD0-9733-CEF3-9BD7F5072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3A4C15-19E1-1846-ADF2-57CF9DD0FEA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3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17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7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16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08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5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0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05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8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64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8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AA65B-BD21-6A40-87F2-D41CF6442172}" type="datetimeFigureOut">
              <a:rPr lang="en-US" smtClean="0"/>
              <a:t>10/10/25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09CE8-DA12-924D-BFEB-0494268E8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08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F8AAE0-0EAE-57A1-0AD2-CBD64F85B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85" r="163" b="8509"/>
          <a:stretch>
            <a:fillRect/>
          </a:stretch>
        </p:blipFill>
        <p:spPr>
          <a:xfrm>
            <a:off x="260671" y="409276"/>
            <a:ext cx="11670655" cy="6039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97EFB1-824E-C1FB-C5E7-E777E834B586}"/>
              </a:ext>
            </a:extLst>
          </p:cNvPr>
          <p:cNvSpPr txBox="1"/>
          <p:nvPr/>
        </p:nvSpPr>
        <p:spPr>
          <a:xfrm>
            <a:off x="2690690" y="889842"/>
            <a:ext cx="6810615" cy="5078313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chemeClr val="accent1"/>
                  </a:glow>
                  <a:outerShdw blurRad="50800" dist="50800" dir="5400000" sx="98390" sy="98390" algn="ctr" rotWithShape="0">
                    <a:srgbClr val="000000">
                      <a:alpha val="0"/>
                    </a:srgbClr>
                  </a:outerShdw>
                </a:effectLst>
              </a:rPr>
              <a:t>СИД – ЭТО</a:t>
            </a: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r>
              <a:rPr lang="ru-RU" sz="5400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chemeClr val="accent1"/>
                  </a:glow>
                  <a:outerShdw blurRad="50800" dist="50800" dir="5400000" sx="98390" sy="98390" algn="ctr" rotWithShape="0">
                    <a:srgbClr val="000000">
                      <a:alpha val="0"/>
                    </a:srgbClr>
                  </a:outerShdw>
                </a:effectLst>
              </a:rPr>
              <a:t> ГИПЕРПАРАМЕТР!</a:t>
            </a:r>
            <a:endParaRPr lang="en-US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034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E19A9D-999C-6488-F9F4-2BFF66C86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12580"/>
            <a:ext cx="7772400" cy="47454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F90027-6EBC-9443-7475-FFF499B6FDC1}"/>
              </a:ext>
            </a:extLst>
          </p:cNvPr>
          <p:cNvSpPr txBox="1"/>
          <p:nvPr/>
        </p:nvSpPr>
        <p:spPr>
          <a:xfrm>
            <a:off x="642257" y="2263170"/>
            <a:ext cx="15675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9600" dirty="0"/>
              <a:t>🚩</a:t>
            </a:r>
            <a:endParaRPr lang="en-US" sz="9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AF51E1-44D4-67CD-BF45-283FAAEDF40C}"/>
              </a:ext>
            </a:extLst>
          </p:cNvPr>
          <p:cNvSpPr txBox="1"/>
          <p:nvPr/>
        </p:nvSpPr>
        <p:spPr>
          <a:xfrm>
            <a:off x="10248901" y="2263170"/>
            <a:ext cx="15675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🇹🇲</a:t>
            </a:r>
          </a:p>
        </p:txBody>
      </p:sp>
    </p:spTree>
    <p:extLst>
      <p:ext uri="{BB962C8B-B14F-4D97-AF65-F5344CB8AC3E}">
        <p14:creationId xmlns:p14="http://schemas.microsoft.com/office/powerpoint/2010/main" val="176298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A4FD-EB22-4926-77B0-A5902A7A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/>
              <a:t>Выбрать один </a:t>
            </a:r>
            <a:r>
              <a:rPr lang="ru-RU" dirty="0" err="1"/>
              <a:t>сид</a:t>
            </a:r>
            <a:r>
              <a:rPr lang="ru-RU" dirty="0"/>
              <a:t> ради воспроизводимости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D8AC2B-99EB-5FB1-5B6C-278D6D13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574" y="1268477"/>
            <a:ext cx="3758464" cy="28502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F04782-905A-9F4F-931B-2193644F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" y="1267460"/>
            <a:ext cx="3121274" cy="285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C9958-189B-B8BD-7B9F-6B26BC73C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8B69-E9E0-BECE-6EAA-6041866A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/>
              <a:t>Выбрать один </a:t>
            </a:r>
            <a:r>
              <a:rPr lang="ru-RU" dirty="0" err="1"/>
              <a:t>сид</a:t>
            </a:r>
            <a:r>
              <a:rPr lang="ru-RU" dirty="0"/>
              <a:t> ради воспроизводимости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0676F-FD36-2ED5-4D5F-7057957F9CA9}"/>
              </a:ext>
            </a:extLst>
          </p:cNvPr>
          <p:cNvSpPr txBox="1"/>
          <p:nvPr/>
        </p:nvSpPr>
        <p:spPr>
          <a:xfrm>
            <a:off x="9438789" y="210556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600" dirty="0"/>
              <a:t>🚩</a:t>
            </a:r>
            <a:endParaRPr lang="en-US" sz="16600" dirty="0"/>
          </a:p>
        </p:txBody>
      </p:sp>
      <p:pic>
        <p:nvPicPr>
          <p:cNvPr id="5122" name="Picture 2" descr="Слухи и предположения о следующем крупном обновлении игры (часть 1) - Обсуждение">
            <a:extLst>
              <a:ext uri="{FF2B5EF4-FFF2-40B4-BE49-F238E27FC236}">
                <a16:creationId xmlns:a16="http://schemas.microsoft.com/office/drawing/2014/main" id="{C14F0743-5E2B-77A6-E173-F08EC697A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" y="1267460"/>
            <a:ext cx="4850951" cy="28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926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FF381-11E5-B8A5-11BD-F65D5FF22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FA3C-C5DB-E51D-A22E-A355B4B6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 err="1"/>
              <a:t>Неоч</a:t>
            </a:r>
            <a:r>
              <a:rPr lang="ru-RU" dirty="0"/>
              <a:t> идеи с </a:t>
            </a:r>
            <a:r>
              <a:rPr lang="ru-RU" dirty="0" err="1"/>
              <a:t>сидами</a:t>
            </a:r>
            <a:r>
              <a:rPr lang="ru-RU" dirty="0"/>
              <a:t> при сравнении моделей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18AB9-713C-47A2-D80B-92321EC61251}"/>
              </a:ext>
            </a:extLst>
          </p:cNvPr>
          <p:cNvSpPr txBox="1"/>
          <p:nvPr/>
        </p:nvSpPr>
        <p:spPr>
          <a:xfrm>
            <a:off x="1050127" y="1574157"/>
            <a:ext cx="2407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Выбор лучшей модели из семейства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030F0-EB34-15A3-0A0D-5C16EBDC862A}"/>
              </a:ext>
            </a:extLst>
          </p:cNvPr>
          <p:cNvSpPr txBox="1"/>
          <p:nvPr/>
        </p:nvSpPr>
        <p:spPr>
          <a:xfrm>
            <a:off x="6053454" y="1574158"/>
            <a:ext cx="2423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Сравнение семейств  моделей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EB8035-8AAD-ED1B-6131-31FA43488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132" y="2598644"/>
            <a:ext cx="2078878" cy="13219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102C57-2BE7-9D3B-F835-ECE25A833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242" y="2599115"/>
            <a:ext cx="1504141" cy="1321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F5B4C5-F992-13F6-133F-2D358295C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438" y="2599115"/>
            <a:ext cx="1742479" cy="13214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B57C7A-E002-3612-39B3-F7F5A5F17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793" y="2598644"/>
            <a:ext cx="1447068" cy="132190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479DE5-0796-612A-9AD7-2EB7924F48D1}"/>
              </a:ext>
            </a:extLst>
          </p:cNvPr>
          <p:cNvCxnSpPr/>
          <p:nvPr/>
        </p:nvCxnSpPr>
        <p:spPr>
          <a:xfrm>
            <a:off x="2084609" y="2231572"/>
            <a:ext cx="0" cy="20116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BDFB2E-CE93-E998-8190-13FD7B79C4DC}"/>
              </a:ext>
            </a:extLst>
          </p:cNvPr>
          <p:cNvCxnSpPr/>
          <p:nvPr/>
        </p:nvCxnSpPr>
        <p:spPr>
          <a:xfrm>
            <a:off x="7146467" y="2253756"/>
            <a:ext cx="0" cy="201168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195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D1F2C5-4F05-BEA8-5C7D-AFB74E60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5789-2D4D-D964-B9A5-7B81EE7C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 err="1"/>
              <a:t>Неоч</a:t>
            </a:r>
            <a:r>
              <a:rPr lang="ru-RU" dirty="0"/>
              <a:t> идеи с </a:t>
            </a:r>
            <a:r>
              <a:rPr lang="ru-RU" dirty="0" err="1"/>
              <a:t>сидами</a:t>
            </a:r>
            <a:r>
              <a:rPr lang="ru-RU" dirty="0"/>
              <a:t> при сравнении моделей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CB9708-0FFE-A158-17FD-9CE0A040C15F}"/>
              </a:ext>
            </a:extLst>
          </p:cNvPr>
          <p:cNvSpPr txBox="1"/>
          <p:nvPr/>
        </p:nvSpPr>
        <p:spPr>
          <a:xfrm>
            <a:off x="9438789" y="210556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600" dirty="0"/>
              <a:t>🚩</a:t>
            </a:r>
            <a:endParaRPr lang="en-US" sz="16600" dirty="0"/>
          </a:p>
        </p:txBody>
      </p:sp>
      <p:pic>
        <p:nvPicPr>
          <p:cNvPr id="6148" name="Picture 4" descr="Picture background">
            <a:extLst>
              <a:ext uri="{FF2B5EF4-FFF2-40B4-BE49-F238E27FC236}">
                <a16:creationId xmlns:a16="http://schemas.microsoft.com/office/drawing/2014/main" id="{96D30A0C-6FF8-667A-7DF5-E7F8D3144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1" y="1267461"/>
            <a:ext cx="4290060" cy="28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21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7BDEA-3CAB-DF02-1051-A1E0378C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52FB5-4596-BCBC-67D8-DA6BE32E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/>
              <a:t>Подбирать </a:t>
            </a:r>
            <a:r>
              <a:rPr lang="ru-RU" dirty="0" err="1"/>
              <a:t>сиды</a:t>
            </a:r>
            <a:r>
              <a:rPr lang="ru-RU" dirty="0"/>
              <a:t> наравне с остальными </a:t>
            </a:r>
            <a:r>
              <a:rPr lang="ru-RU" dirty="0" err="1"/>
              <a:t>гиперпараметрами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74556-4C93-FFEA-2AFD-EF2F6770FA5A}"/>
              </a:ext>
            </a:extLst>
          </p:cNvPr>
          <p:cNvSpPr txBox="1"/>
          <p:nvPr/>
        </p:nvSpPr>
        <p:spPr>
          <a:xfrm>
            <a:off x="9438789" y="210556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🇹🇲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59C9AD67-7201-4780-D1D4-B1D95689B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" y="1267460"/>
            <a:ext cx="2916976" cy="28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00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E809B-7272-177B-F68F-4AA90C2B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A773-FAE6-13DE-E903-DBCD36716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 err="1"/>
              <a:t>Ансамблировать</a:t>
            </a:r>
            <a:r>
              <a:rPr lang="ru-RU" dirty="0"/>
              <a:t> версии модели с разными </a:t>
            </a:r>
            <a:r>
              <a:rPr lang="ru-RU" dirty="0" err="1"/>
              <a:t>сидами</a:t>
            </a:r>
            <a:endParaRPr lang="en-US" dirty="0"/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B115B103-D0F8-4144-2EBB-A866096219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57" y="1267460"/>
            <a:ext cx="2856386" cy="2856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037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408B3A-D1BD-1777-7858-26E0620B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229AC-254C-1FBC-39EF-362BA23C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/>
          <a:lstStyle/>
          <a:p>
            <a:r>
              <a:rPr lang="ru-RU" dirty="0" err="1"/>
              <a:t>Ансамблировать</a:t>
            </a:r>
            <a:r>
              <a:rPr lang="ru-RU" dirty="0"/>
              <a:t> версии модели с разными </a:t>
            </a:r>
            <a:r>
              <a:rPr lang="ru-RU" dirty="0" err="1"/>
              <a:t>сидами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E05AC-9466-4070-1723-CB9C1CD8DC37}"/>
              </a:ext>
            </a:extLst>
          </p:cNvPr>
          <p:cNvSpPr txBox="1"/>
          <p:nvPr/>
        </p:nvSpPr>
        <p:spPr>
          <a:xfrm>
            <a:off x="9438789" y="210556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🇹🇲</a:t>
            </a:r>
          </a:p>
        </p:txBody>
      </p:sp>
      <p:pic>
        <p:nvPicPr>
          <p:cNvPr id="1028" name="Picture 4" descr="Роблокс - YouTube">
            <a:extLst>
              <a:ext uri="{FF2B5EF4-FFF2-40B4-BE49-F238E27FC236}">
                <a16:creationId xmlns:a16="http://schemas.microsoft.com/office/drawing/2014/main" id="{E9AFD101-854E-AA13-231C-05047E86C9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9" r="7901"/>
          <a:stretch>
            <a:fillRect/>
          </a:stretch>
        </p:blipFill>
        <p:spPr bwMode="auto">
          <a:xfrm>
            <a:off x="694690" y="1267460"/>
            <a:ext cx="4245091" cy="28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27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C27AE-95DB-C83F-F910-570E8A40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46D7-172C-5A61-D72B-48ABA033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690" y="4331970"/>
            <a:ext cx="10515600" cy="1956435"/>
          </a:xfrm>
        </p:spPr>
        <p:txBody>
          <a:bodyPr>
            <a:normAutofit fontScale="90000"/>
          </a:bodyPr>
          <a:lstStyle/>
          <a:p>
            <a:r>
              <a:rPr lang="ru-RU" dirty="0"/>
              <a:t>Анализировать чувствительность модели к </a:t>
            </a:r>
            <a:r>
              <a:rPr lang="ru-RU" dirty="0" err="1"/>
              <a:t>сидам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D6B15-58EB-15EA-1A06-90EACE21C817}"/>
              </a:ext>
            </a:extLst>
          </p:cNvPr>
          <p:cNvSpPr txBox="1"/>
          <p:nvPr/>
        </p:nvSpPr>
        <p:spPr>
          <a:xfrm>
            <a:off x="9438789" y="2105561"/>
            <a:ext cx="2313454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dirty="0"/>
              <a:t>🇹🇲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2B09E28-24E3-239E-4FF9-FB369940C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90" y="1267460"/>
            <a:ext cx="5084516" cy="28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72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B3D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B82EC-1F9F-8815-CAAD-6349F2AE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9C1DC8-045D-AC2E-57E4-7454A8EB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85" r="163" b="8509"/>
          <a:stretch>
            <a:fillRect/>
          </a:stretch>
        </p:blipFill>
        <p:spPr>
          <a:xfrm>
            <a:off x="260671" y="409276"/>
            <a:ext cx="11670655" cy="6039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CA844D-1377-56E4-2F5A-2E9D819C2929}"/>
              </a:ext>
            </a:extLst>
          </p:cNvPr>
          <p:cNvSpPr txBox="1"/>
          <p:nvPr/>
        </p:nvSpPr>
        <p:spPr>
          <a:xfrm>
            <a:off x="2690690" y="889842"/>
            <a:ext cx="6810615" cy="5078313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chemeClr val="accent1"/>
                  </a:glow>
                  <a:outerShdw blurRad="50800" dist="50800" dir="5400000" sx="98390" sy="98390" algn="ctr" rotWithShape="0">
                    <a:srgbClr val="000000">
                      <a:alpha val="0"/>
                    </a:srgbClr>
                  </a:outerShdw>
                </a:effectLst>
              </a:rPr>
              <a:t>СИД – ЭТО</a:t>
            </a: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endParaRPr lang="ru-RU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  <a:p>
            <a:pPr algn="ctr"/>
            <a:r>
              <a:rPr lang="ru-RU" sz="5400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>
                    <a:schemeClr val="accent1"/>
                  </a:glow>
                  <a:outerShdw blurRad="50800" dist="50800" dir="5400000" sx="98390" sy="98390" algn="ctr" rotWithShape="0">
                    <a:srgbClr val="000000">
                      <a:alpha val="0"/>
                    </a:srgbClr>
                  </a:outerShdw>
                </a:effectLst>
              </a:rPr>
              <a:t> ГИПЕРПАРАМЕТР!</a:t>
            </a:r>
            <a:endParaRPr lang="en-US" sz="5400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  <a:effectLst>
                <a:glow>
                  <a:schemeClr val="accent1"/>
                </a:glow>
                <a:outerShdw blurRad="50800" dist="50800" dir="5400000" sx="98390" sy="9839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0405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B7B2D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735</TotalTime>
  <Words>76</Words>
  <Application>Microsoft Macintosh PowerPoint</Application>
  <PresentationFormat>Widescreen</PresentationFormat>
  <Paragraphs>31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Выбрать один сид ради воспроизводимости</vt:lpstr>
      <vt:lpstr>Выбрать один сид ради воспроизводимости</vt:lpstr>
      <vt:lpstr>Неоч идеи с сидами при сравнении моделей</vt:lpstr>
      <vt:lpstr>Неоч идеи с сидами при сравнении моделей</vt:lpstr>
      <vt:lpstr>Подбирать сиды наравне с остальными гиперпараметрами</vt:lpstr>
      <vt:lpstr>Ансамблировать версии модели с разными сидами</vt:lpstr>
      <vt:lpstr>Ансамблировать версии модели с разными сидами</vt:lpstr>
      <vt:lpstr>Анализировать чувствительность модели к сидам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Карачун Александр</dc:creator>
  <cp:lastModifiedBy>Карачун Александр</cp:lastModifiedBy>
  <cp:revision>5</cp:revision>
  <dcterms:created xsi:type="dcterms:W3CDTF">2025-10-10T01:02:05Z</dcterms:created>
  <dcterms:modified xsi:type="dcterms:W3CDTF">2025-10-10T13:17:38Z</dcterms:modified>
</cp:coreProperties>
</file>